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5" r:id="rId7"/>
    <p:sldId id="267" r:id="rId8"/>
    <p:sldId id="266" r:id="rId9"/>
    <p:sldId id="268" r:id="rId10"/>
    <p:sldId id="270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3D37A0-5A1D-44BE-91E2-8C49B933750B}" v="22" dt="2026-05-28T14:22:35.1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, Thao" userId="927168eb-671f-41cf-b697-e83b9537c553" providerId="ADAL" clId="{1B86B4BB-4C37-43BE-8D64-71ED6C674608}"/>
    <pc:docChg chg="undo custSel addSld delSld modSld sldOrd">
      <pc:chgData name="Lu, Thao" userId="927168eb-671f-41cf-b697-e83b9537c553" providerId="ADAL" clId="{1B86B4BB-4C37-43BE-8D64-71ED6C674608}" dt="2026-05-28T18:30:25.711" v="16332" actId="1076"/>
      <pc:docMkLst>
        <pc:docMk/>
      </pc:docMkLst>
      <pc:sldChg chg="addSp delSp modSp mod setBg">
        <pc:chgData name="Lu, Thao" userId="927168eb-671f-41cf-b697-e83b9537c553" providerId="ADAL" clId="{1B86B4BB-4C37-43BE-8D64-71ED6C674608}" dt="2026-05-22T00:48:36.803" v="13784" actId="26606"/>
        <pc:sldMkLst>
          <pc:docMk/>
          <pc:sldMk cId="111987358" sldId="256"/>
        </pc:sldMkLst>
        <pc:spChg chg="mod">
          <ac:chgData name="Lu, Thao" userId="927168eb-671f-41cf-b697-e83b9537c553" providerId="ADAL" clId="{1B86B4BB-4C37-43BE-8D64-71ED6C674608}" dt="2026-05-22T00:48:36.803" v="13784" actId="26606"/>
          <ac:spMkLst>
            <pc:docMk/>
            <pc:sldMk cId="111987358" sldId="256"/>
            <ac:spMk id="2" creationId="{AC5FA4D1-7A69-38D6-B85B-0A4D482CF406}"/>
          </ac:spMkLst>
        </pc:spChg>
        <pc:spChg chg="mod">
          <ac:chgData name="Lu, Thao" userId="927168eb-671f-41cf-b697-e83b9537c553" providerId="ADAL" clId="{1B86B4BB-4C37-43BE-8D64-71ED6C674608}" dt="2026-05-22T00:48:36.803" v="13784" actId="26606"/>
          <ac:spMkLst>
            <pc:docMk/>
            <pc:sldMk cId="111987358" sldId="256"/>
            <ac:spMk id="3" creationId="{DEAA543E-D164-FAB3-761C-87F5725F775B}"/>
          </ac:spMkLst>
        </pc:spChg>
        <pc:spChg chg="add">
          <ac:chgData name="Lu, Thao" userId="927168eb-671f-41cf-b697-e83b9537c553" providerId="ADAL" clId="{1B86B4BB-4C37-43BE-8D64-71ED6C674608}" dt="2026-05-22T00:48:36.803" v="13784" actId="26606"/>
          <ac:spMkLst>
            <pc:docMk/>
            <pc:sldMk cId="111987358" sldId="256"/>
            <ac:spMk id="60" creationId="{B7BD7FCF-A254-4A97-A15C-319B67622677}"/>
          </ac:spMkLst>
        </pc:spChg>
        <pc:spChg chg="add">
          <ac:chgData name="Lu, Thao" userId="927168eb-671f-41cf-b697-e83b9537c553" providerId="ADAL" clId="{1B86B4BB-4C37-43BE-8D64-71ED6C674608}" dt="2026-05-22T00:48:36.803" v="13784" actId="26606"/>
          <ac:spMkLst>
            <pc:docMk/>
            <pc:sldMk cId="111987358" sldId="256"/>
            <ac:spMk id="62" creationId="{52FFAF72-6204-4676-9C6F-9A4CC4D91805}"/>
          </ac:spMkLst>
        </pc:spChg>
        <pc:picChg chg="add mod">
          <ac:chgData name="Lu, Thao" userId="927168eb-671f-41cf-b697-e83b9537c553" providerId="ADAL" clId="{1B86B4BB-4C37-43BE-8D64-71ED6C674608}" dt="2026-05-22T00:48:36.803" v="13784" actId="26606"/>
          <ac:picMkLst>
            <pc:docMk/>
            <pc:sldMk cId="111987358" sldId="256"/>
            <ac:picMk id="5" creationId="{18BA7E33-6D4F-DE29-D068-57DA68D7C812}"/>
          </ac:picMkLst>
        </pc:picChg>
      </pc:sldChg>
      <pc:sldChg chg="addSp delSp modSp mod setBg">
        <pc:chgData name="Lu, Thao" userId="927168eb-671f-41cf-b697-e83b9537c553" providerId="ADAL" clId="{1B86B4BB-4C37-43BE-8D64-71ED6C674608}" dt="2026-05-22T01:36:00.372" v="15216" actId="20577"/>
        <pc:sldMkLst>
          <pc:docMk/>
          <pc:sldMk cId="3395142358" sldId="257"/>
        </pc:sldMkLst>
        <pc:spChg chg="mod">
          <ac:chgData name="Lu, Thao" userId="927168eb-671f-41cf-b697-e83b9537c553" providerId="ADAL" clId="{1B86B4BB-4C37-43BE-8D64-71ED6C674608}" dt="2026-05-22T01:05:58.073" v="14813" actId="26606"/>
          <ac:spMkLst>
            <pc:docMk/>
            <pc:sldMk cId="3395142358" sldId="257"/>
            <ac:spMk id="2" creationId="{60985EB1-5FC8-6FA4-2302-FB4873DBF7E6}"/>
          </ac:spMkLst>
        </pc:spChg>
        <pc:spChg chg="add">
          <ac:chgData name="Lu, Thao" userId="927168eb-671f-41cf-b697-e83b9537c553" providerId="ADAL" clId="{1B86B4BB-4C37-43BE-8D64-71ED6C674608}" dt="2026-05-22T01:05:58.073" v="14813" actId="26606"/>
          <ac:spMkLst>
            <pc:docMk/>
            <pc:sldMk cId="3395142358" sldId="257"/>
            <ac:spMk id="18" creationId="{53F29798-D584-4792-9B62-3F5F5C36D619}"/>
          </ac:spMkLst>
        </pc:spChg>
        <pc:graphicFrameChg chg="add mod modGraphic">
          <ac:chgData name="Lu, Thao" userId="927168eb-671f-41cf-b697-e83b9537c553" providerId="ADAL" clId="{1B86B4BB-4C37-43BE-8D64-71ED6C674608}" dt="2026-05-22T01:36:00.372" v="15216" actId="20577"/>
          <ac:graphicFrameMkLst>
            <pc:docMk/>
            <pc:sldMk cId="3395142358" sldId="257"/>
            <ac:graphicFrameMk id="13" creationId="{BC01EBE8-7F11-6C4C-2EEC-FA6EFC18ABC9}"/>
          </ac:graphicFrameMkLst>
        </pc:graphicFrameChg>
        <pc:picChg chg="add mod">
          <ac:chgData name="Lu, Thao" userId="927168eb-671f-41cf-b697-e83b9537c553" providerId="ADAL" clId="{1B86B4BB-4C37-43BE-8D64-71ED6C674608}" dt="2026-05-20T18:08:08.504" v="8995"/>
          <ac:picMkLst>
            <pc:docMk/>
            <pc:sldMk cId="3395142358" sldId="257"/>
            <ac:picMk id="3" creationId="{D0742341-C049-5BF0-65F0-DDC41A166572}"/>
          </ac:picMkLst>
        </pc:picChg>
      </pc:sldChg>
      <pc:sldChg chg="addSp delSp modSp new mod ord setBg">
        <pc:chgData name="Lu, Thao" userId="927168eb-671f-41cf-b697-e83b9537c553" providerId="ADAL" clId="{1B86B4BB-4C37-43BE-8D64-71ED6C674608}" dt="2026-05-27T20:46:30.821" v="16001" actId="20577"/>
        <pc:sldMkLst>
          <pc:docMk/>
          <pc:sldMk cId="1081542757" sldId="258"/>
        </pc:sldMkLst>
        <pc:spChg chg="mod">
          <ac:chgData name="Lu, Thao" userId="927168eb-671f-41cf-b697-e83b9537c553" providerId="ADAL" clId="{1B86B4BB-4C37-43BE-8D64-71ED6C674608}" dt="2026-05-22T00:45:09.617" v="13749" actId="26606"/>
          <ac:spMkLst>
            <pc:docMk/>
            <pc:sldMk cId="1081542757" sldId="258"/>
            <ac:spMk id="2" creationId="{F9BE5E34-807E-C537-A802-DE6CF16090D0}"/>
          </ac:spMkLst>
        </pc:spChg>
        <pc:spChg chg="add">
          <ac:chgData name="Lu, Thao" userId="927168eb-671f-41cf-b697-e83b9537c553" providerId="ADAL" clId="{1B86B4BB-4C37-43BE-8D64-71ED6C674608}" dt="2026-05-22T00:45:09.617" v="13749" actId="26606"/>
          <ac:spMkLst>
            <pc:docMk/>
            <pc:sldMk cId="1081542757" sldId="258"/>
            <ac:spMk id="45" creationId="{7301F447-EEF7-48F5-AF73-7566EE7F64AD}"/>
          </ac:spMkLst>
        </pc:spChg>
        <pc:spChg chg="add">
          <ac:chgData name="Lu, Thao" userId="927168eb-671f-41cf-b697-e83b9537c553" providerId="ADAL" clId="{1B86B4BB-4C37-43BE-8D64-71ED6C674608}" dt="2026-05-22T00:45:09.617" v="13749" actId="26606"/>
          <ac:spMkLst>
            <pc:docMk/>
            <pc:sldMk cId="1081542757" sldId="258"/>
            <ac:spMk id="47" creationId="{F7117410-A2A4-4085-9ADC-46744551DBDE}"/>
          </ac:spMkLst>
        </pc:spChg>
        <pc:spChg chg="add">
          <ac:chgData name="Lu, Thao" userId="927168eb-671f-41cf-b697-e83b9537c553" providerId="ADAL" clId="{1B86B4BB-4C37-43BE-8D64-71ED6C674608}" dt="2026-05-22T00:45:09.617" v="13749" actId="26606"/>
          <ac:spMkLst>
            <pc:docMk/>
            <pc:sldMk cId="1081542757" sldId="258"/>
            <ac:spMk id="49" creationId="{99F74EB5-E547-4FB4-95F5-BCC788F3C4A0}"/>
          </ac:spMkLst>
        </pc:spChg>
        <pc:graphicFrameChg chg="add mod modGraphic">
          <ac:chgData name="Lu, Thao" userId="927168eb-671f-41cf-b697-e83b9537c553" providerId="ADAL" clId="{1B86B4BB-4C37-43BE-8D64-71ED6C674608}" dt="2026-05-27T20:46:30.821" v="16001" actId="20577"/>
          <ac:graphicFrameMkLst>
            <pc:docMk/>
            <pc:sldMk cId="1081542757" sldId="258"/>
            <ac:graphicFrameMk id="48" creationId="{649160CC-2DD7-6064-66F3-A2C96EF4ED50}"/>
          </ac:graphicFrameMkLst>
        </pc:graphicFrameChg>
        <pc:picChg chg="add mod">
          <ac:chgData name="Lu, Thao" userId="927168eb-671f-41cf-b697-e83b9537c553" providerId="ADAL" clId="{1B86B4BB-4C37-43BE-8D64-71ED6C674608}" dt="2026-05-20T18:08:02.905" v="8994" actId="1076"/>
          <ac:picMkLst>
            <pc:docMk/>
            <pc:sldMk cId="1081542757" sldId="258"/>
            <ac:picMk id="4" creationId="{2E352EF4-F2EB-573F-E90E-C475C480C2EC}"/>
          </ac:picMkLst>
        </pc:picChg>
      </pc:sldChg>
      <pc:sldChg chg="addSp delSp modSp new mod setBg">
        <pc:chgData name="Lu, Thao" userId="927168eb-671f-41cf-b697-e83b9537c553" providerId="ADAL" clId="{1B86B4BB-4C37-43BE-8D64-71ED6C674608}" dt="2026-05-22T02:42:52.021" v="15456" actId="20577"/>
        <pc:sldMkLst>
          <pc:docMk/>
          <pc:sldMk cId="8426138" sldId="259"/>
        </pc:sldMkLst>
        <pc:spChg chg="mod">
          <ac:chgData name="Lu, Thao" userId="927168eb-671f-41cf-b697-e83b9537c553" providerId="ADAL" clId="{1B86B4BB-4C37-43BE-8D64-71ED6C674608}" dt="2026-05-22T01:09:45.491" v="15128" actId="26606"/>
          <ac:spMkLst>
            <pc:docMk/>
            <pc:sldMk cId="8426138" sldId="259"/>
            <ac:spMk id="2" creationId="{C65D3BA1-4F4A-5FC4-43B2-32D3AB365154}"/>
          </ac:spMkLst>
        </pc:spChg>
        <pc:spChg chg="add">
          <ac:chgData name="Lu, Thao" userId="927168eb-671f-41cf-b697-e83b9537c553" providerId="ADAL" clId="{1B86B4BB-4C37-43BE-8D64-71ED6C674608}" dt="2026-05-22T01:09:45.491" v="15128" actId="26606"/>
          <ac:spMkLst>
            <pc:docMk/>
            <pc:sldMk cId="8426138" sldId="259"/>
            <ac:spMk id="27" creationId="{B14C2221-2B8C-494D-9442-F812DF4E8794}"/>
          </ac:spMkLst>
        </pc:spChg>
        <pc:graphicFrameChg chg="add modGraphic">
          <ac:chgData name="Lu, Thao" userId="927168eb-671f-41cf-b697-e83b9537c553" providerId="ADAL" clId="{1B86B4BB-4C37-43BE-8D64-71ED6C674608}" dt="2026-05-22T02:42:52.021" v="15456" actId="20577"/>
          <ac:graphicFrameMkLst>
            <pc:docMk/>
            <pc:sldMk cId="8426138" sldId="259"/>
            <ac:graphicFrameMk id="29" creationId="{F68D6CD0-4F76-826F-B692-14603D4EE491}"/>
          </ac:graphicFrameMkLst>
        </pc:graphicFrameChg>
        <pc:picChg chg="add mod">
          <ac:chgData name="Lu, Thao" userId="927168eb-671f-41cf-b697-e83b9537c553" providerId="ADAL" clId="{1B86B4BB-4C37-43BE-8D64-71ED6C674608}" dt="2026-05-20T18:08:10.672" v="8996"/>
          <ac:picMkLst>
            <pc:docMk/>
            <pc:sldMk cId="8426138" sldId="259"/>
            <ac:picMk id="4" creationId="{F7230B49-79DD-37BB-23E5-C555F7A532AC}"/>
          </ac:picMkLst>
        </pc:picChg>
        <pc:picChg chg="add">
          <ac:chgData name="Lu, Thao" userId="927168eb-671f-41cf-b697-e83b9537c553" providerId="ADAL" clId="{1B86B4BB-4C37-43BE-8D64-71ED6C674608}" dt="2026-05-22T01:09:45.491" v="15128" actId="26606"/>
          <ac:picMkLst>
            <pc:docMk/>
            <pc:sldMk cId="8426138" sldId="259"/>
            <ac:picMk id="24" creationId="{FE5B889B-AC87-98A1-0FBC-7CEDD1EE01CF}"/>
          </ac:picMkLst>
        </pc:picChg>
      </pc:sldChg>
      <pc:sldChg chg="addSp delSp modSp new add del mod setBg">
        <pc:chgData name="Lu, Thao" userId="927168eb-671f-41cf-b697-e83b9537c553" providerId="ADAL" clId="{1B86B4BB-4C37-43BE-8D64-71ED6C674608}" dt="2026-05-22T01:51:49.794" v="15362" actId="20577"/>
        <pc:sldMkLst>
          <pc:docMk/>
          <pc:sldMk cId="4280656592" sldId="260"/>
        </pc:sldMkLst>
        <pc:spChg chg="mod">
          <ac:chgData name="Lu, Thao" userId="927168eb-671f-41cf-b697-e83b9537c553" providerId="ADAL" clId="{1B86B4BB-4C37-43BE-8D64-71ED6C674608}" dt="2026-05-22T01:11:42.465" v="15202" actId="20577"/>
          <ac:spMkLst>
            <pc:docMk/>
            <pc:sldMk cId="4280656592" sldId="260"/>
            <ac:spMk id="2" creationId="{64CB3F3A-B291-2DAD-2909-D86DF534D449}"/>
          </ac:spMkLst>
        </pc:spChg>
        <pc:spChg chg="add del mod">
          <ac:chgData name="Lu, Thao" userId="927168eb-671f-41cf-b697-e83b9537c553" providerId="ADAL" clId="{1B86B4BB-4C37-43BE-8D64-71ED6C674608}" dt="2026-05-22T01:51:49.794" v="15362" actId="20577"/>
          <ac:spMkLst>
            <pc:docMk/>
            <pc:sldMk cId="4280656592" sldId="260"/>
            <ac:spMk id="3" creationId="{450E4838-CAA7-8A19-6295-B2B634844EC1}"/>
          </ac:spMkLst>
        </pc:spChg>
        <pc:spChg chg="add">
          <ac:chgData name="Lu, Thao" userId="927168eb-671f-41cf-b697-e83b9537c553" providerId="ADAL" clId="{1B86B4BB-4C37-43BE-8D64-71ED6C674608}" dt="2026-05-21T14:55:51.703" v="12820" actId="26606"/>
          <ac:spMkLst>
            <pc:docMk/>
            <pc:sldMk cId="4280656592" sldId="260"/>
            <ac:spMk id="8" creationId="{B6CDA21F-E7AF-4C75-8395-33F58D5B0E45}"/>
          </ac:spMkLst>
        </pc:spChg>
        <pc:spChg chg="add">
          <ac:chgData name="Lu, Thao" userId="927168eb-671f-41cf-b697-e83b9537c553" providerId="ADAL" clId="{1B86B4BB-4C37-43BE-8D64-71ED6C674608}" dt="2026-05-21T14:55:51.703" v="12820" actId="26606"/>
          <ac:spMkLst>
            <pc:docMk/>
            <pc:sldMk cId="4280656592" sldId="260"/>
            <ac:spMk id="17" creationId="{D5B0017B-2ECA-49AF-B397-DC140825DF8D}"/>
          </ac:spMkLst>
        </pc:spChg>
        <pc:grpChg chg="add">
          <ac:chgData name="Lu, Thao" userId="927168eb-671f-41cf-b697-e83b9537c553" providerId="ADAL" clId="{1B86B4BB-4C37-43BE-8D64-71ED6C674608}" dt="2026-05-21T14:55:51.703" v="12820" actId="26606"/>
          <ac:grpSpMkLst>
            <pc:docMk/>
            <pc:sldMk cId="4280656592" sldId="260"/>
            <ac:grpSpMk id="10" creationId="{AE1C45F0-260A-458C-96ED-C1F6D2151219}"/>
          </ac:grpSpMkLst>
        </pc:grpChg>
        <pc:picChg chg="add mod">
          <ac:chgData name="Lu, Thao" userId="927168eb-671f-41cf-b697-e83b9537c553" providerId="ADAL" clId="{1B86B4BB-4C37-43BE-8D64-71ED6C674608}" dt="2026-05-20T18:08:12.305" v="8997"/>
          <ac:picMkLst>
            <pc:docMk/>
            <pc:sldMk cId="4280656592" sldId="260"/>
            <ac:picMk id="4" creationId="{040A4B73-0BD8-74D0-7CC0-C853F9706FA5}"/>
          </ac:picMkLst>
        </pc:picChg>
        <pc:cxnChg chg="add">
          <ac:chgData name="Lu, Thao" userId="927168eb-671f-41cf-b697-e83b9537c553" providerId="ADAL" clId="{1B86B4BB-4C37-43BE-8D64-71ED6C674608}" dt="2026-05-21T14:55:51.703" v="12820" actId="26606"/>
          <ac:cxnSpMkLst>
            <pc:docMk/>
            <pc:sldMk cId="4280656592" sldId="260"/>
            <ac:cxnSpMk id="19" creationId="{6CF1BAF6-AD41-4082-B212-8A1F9A2E8779}"/>
          </ac:cxnSpMkLst>
        </pc:cxnChg>
      </pc:sldChg>
      <pc:sldChg chg="addSp delSp modSp new mod setBg">
        <pc:chgData name="Lu, Thao" userId="927168eb-671f-41cf-b697-e83b9537c553" providerId="ADAL" clId="{1B86B4BB-4C37-43BE-8D64-71ED6C674608}" dt="2026-05-28T16:02:32.828" v="16251" actId="478"/>
        <pc:sldMkLst>
          <pc:docMk/>
          <pc:sldMk cId="4005420272" sldId="263"/>
        </pc:sldMkLst>
        <pc:spChg chg="mod">
          <ac:chgData name="Lu, Thao" userId="927168eb-671f-41cf-b697-e83b9537c553" providerId="ADAL" clId="{1B86B4BB-4C37-43BE-8D64-71ED6C674608}" dt="2026-05-21T14:58:26.665" v="12835" actId="26606"/>
          <ac:spMkLst>
            <pc:docMk/>
            <pc:sldMk cId="4005420272" sldId="263"/>
            <ac:spMk id="2" creationId="{AD91D993-01EA-BB6B-667E-BE1B388C30DF}"/>
          </ac:spMkLst>
        </pc:spChg>
        <pc:spChg chg="add">
          <ac:chgData name="Lu, Thao" userId="927168eb-671f-41cf-b697-e83b9537c553" providerId="ADAL" clId="{1B86B4BB-4C37-43BE-8D64-71ED6C674608}" dt="2026-05-21T14:58:26.665" v="12835" actId="26606"/>
          <ac:spMkLst>
            <pc:docMk/>
            <pc:sldMk cId="4005420272" sldId="263"/>
            <ac:spMk id="13" creationId="{081E4A58-353D-44AE-B2FC-2A74E2E400F7}"/>
          </ac:spMkLst>
        </pc:spChg>
        <pc:spChg chg="add del mod">
          <ac:chgData name="Lu, Thao" userId="927168eb-671f-41cf-b697-e83b9537c553" providerId="ADAL" clId="{1B86B4BB-4C37-43BE-8D64-71ED6C674608}" dt="2026-05-28T14:21:29.341" v="16193" actId="21"/>
          <ac:spMkLst>
            <pc:docMk/>
            <pc:sldMk cId="4005420272" sldId="263"/>
            <ac:spMk id="15" creationId="{0EF60267-AA25-3F1F-3231-E03B2BA84E1B}"/>
          </ac:spMkLst>
        </pc:spChg>
        <pc:spChg chg="add del mod">
          <ac:chgData name="Lu, Thao" userId="927168eb-671f-41cf-b697-e83b9537c553" providerId="ADAL" clId="{1B86B4BB-4C37-43BE-8D64-71ED6C674608}" dt="2026-05-28T16:02:32.828" v="16251" actId="478"/>
          <ac:spMkLst>
            <pc:docMk/>
            <pc:sldMk cId="4005420272" sldId="263"/>
            <ac:spMk id="19" creationId="{BFB351FF-731F-8BC7-348C-E38134839061}"/>
          </ac:spMkLst>
        </pc:spChg>
        <pc:spChg chg="add">
          <ac:chgData name="Lu, Thao" userId="927168eb-671f-41cf-b697-e83b9537c553" providerId="ADAL" clId="{1B86B4BB-4C37-43BE-8D64-71ED6C674608}" dt="2026-05-21T14:58:26.665" v="12835" actId="26606"/>
          <ac:spMkLst>
            <pc:docMk/>
            <pc:sldMk cId="4005420272" sldId="263"/>
            <ac:spMk id="25" creationId="{1BB867FF-FC45-48F7-8104-F89BE54909F1}"/>
          </ac:spMkLst>
        </pc:spChg>
        <pc:spChg chg="add">
          <ac:chgData name="Lu, Thao" userId="927168eb-671f-41cf-b697-e83b9537c553" providerId="ADAL" clId="{1B86B4BB-4C37-43BE-8D64-71ED6C674608}" dt="2026-05-21T14:58:26.665" v="12835" actId="26606"/>
          <ac:spMkLst>
            <pc:docMk/>
            <pc:sldMk cId="4005420272" sldId="263"/>
            <ac:spMk id="26" creationId="{8BB56887-D0D5-4F0C-9E19-7247EB83C8B7}"/>
          </ac:spMkLst>
        </pc:spChg>
        <pc:spChg chg="add mod">
          <ac:chgData name="Lu, Thao" userId="927168eb-671f-41cf-b697-e83b9537c553" providerId="ADAL" clId="{1B86B4BB-4C37-43BE-8D64-71ED6C674608}" dt="2026-05-22T00:47:11.642" v="13774" actId="20577"/>
          <ac:spMkLst>
            <pc:docMk/>
            <pc:sldMk cId="4005420272" sldId="263"/>
            <ac:spMk id="27" creationId="{C78886F2-F44E-C03D-7061-9351A8AEB322}"/>
          </ac:spMkLst>
        </pc:spChg>
        <pc:picChg chg="add mod">
          <ac:chgData name="Lu, Thao" userId="927168eb-671f-41cf-b697-e83b9537c553" providerId="ADAL" clId="{1B86B4BB-4C37-43BE-8D64-71ED6C674608}" dt="2026-05-20T18:08:13.547" v="8998"/>
          <ac:picMkLst>
            <pc:docMk/>
            <pc:sldMk cId="4005420272" sldId="263"/>
            <ac:picMk id="4" creationId="{3D1A8806-3E3B-5055-866C-4FD567B11471}"/>
          </ac:picMkLst>
        </pc:picChg>
      </pc:sldChg>
      <pc:sldChg chg="addSp delSp modSp new mod setBg">
        <pc:chgData name="Lu, Thao" userId="927168eb-671f-41cf-b697-e83b9537c553" providerId="ADAL" clId="{1B86B4BB-4C37-43BE-8D64-71ED6C674608}" dt="2026-05-28T16:11:46.534" v="16330" actId="20577"/>
        <pc:sldMkLst>
          <pc:docMk/>
          <pc:sldMk cId="1480662190" sldId="264"/>
        </pc:sldMkLst>
        <pc:spChg chg="mod">
          <ac:chgData name="Lu, Thao" userId="927168eb-671f-41cf-b697-e83b9537c553" providerId="ADAL" clId="{1B86B4BB-4C37-43BE-8D64-71ED6C674608}" dt="2026-05-21T15:17:32.715" v="13091" actId="26606"/>
          <ac:spMkLst>
            <pc:docMk/>
            <pc:sldMk cId="1480662190" sldId="264"/>
            <ac:spMk id="2" creationId="{1FB8313A-E0D7-84C7-261B-57A7EC755C9E}"/>
          </ac:spMkLst>
        </pc:spChg>
        <pc:spChg chg="mod ord">
          <ac:chgData name="Lu, Thao" userId="927168eb-671f-41cf-b697-e83b9537c553" providerId="ADAL" clId="{1B86B4BB-4C37-43BE-8D64-71ED6C674608}" dt="2026-05-28T16:11:46.534" v="16330" actId="20577"/>
          <ac:spMkLst>
            <pc:docMk/>
            <pc:sldMk cId="1480662190" sldId="264"/>
            <ac:spMk id="3" creationId="{5E3575A7-19AA-1A56-A03B-41C48CEA15BF}"/>
          </ac:spMkLst>
        </pc:spChg>
        <pc:spChg chg="add del">
          <ac:chgData name="Lu, Thao" userId="927168eb-671f-41cf-b697-e83b9537c553" providerId="ADAL" clId="{1B86B4BB-4C37-43BE-8D64-71ED6C674608}" dt="2026-05-21T15:17:32.715" v="13091" actId="26606"/>
          <ac:spMkLst>
            <pc:docMk/>
            <pc:sldMk cId="1480662190" sldId="264"/>
            <ac:spMk id="65" creationId="{058A14AF-9FB5-4CC7-BA35-E8E85D3EDF0E}"/>
          </ac:spMkLst>
        </pc:spChg>
        <pc:spChg chg="add del">
          <ac:chgData name="Lu, Thao" userId="927168eb-671f-41cf-b697-e83b9537c553" providerId="ADAL" clId="{1B86B4BB-4C37-43BE-8D64-71ED6C674608}" dt="2026-05-21T15:17:32.715" v="13091" actId="26606"/>
          <ac:spMkLst>
            <pc:docMk/>
            <pc:sldMk cId="1480662190" sldId="264"/>
            <ac:spMk id="67" creationId="{3A9A4357-BD1D-4622-A4FE-766E6AB8DE84}"/>
          </ac:spMkLst>
        </pc:spChg>
        <pc:spChg chg="add del">
          <ac:chgData name="Lu, Thao" userId="927168eb-671f-41cf-b697-e83b9537c553" providerId="ADAL" clId="{1B86B4BB-4C37-43BE-8D64-71ED6C674608}" dt="2026-05-21T15:17:32.715" v="13091" actId="26606"/>
          <ac:spMkLst>
            <pc:docMk/>
            <pc:sldMk cId="1480662190" sldId="264"/>
            <ac:spMk id="69" creationId="{E659831F-0D9A-4C63-9EBB-8435B85A440F}"/>
          </ac:spMkLst>
        </pc:spChg>
        <pc:spChg chg="add del">
          <ac:chgData name="Lu, Thao" userId="927168eb-671f-41cf-b697-e83b9537c553" providerId="ADAL" clId="{1B86B4BB-4C37-43BE-8D64-71ED6C674608}" dt="2026-05-21T15:17:32.715" v="13091" actId="26606"/>
          <ac:spMkLst>
            <pc:docMk/>
            <pc:sldMk cId="1480662190" sldId="264"/>
            <ac:spMk id="71" creationId="{E6995CE5-F890-4ABA-82A2-26507CE8D2A3}"/>
          </ac:spMkLst>
        </pc:spChg>
        <pc:picChg chg="add mod ord">
          <ac:chgData name="Lu, Thao" userId="927168eb-671f-41cf-b697-e83b9537c553" providerId="ADAL" clId="{1B86B4BB-4C37-43BE-8D64-71ED6C674608}" dt="2026-05-21T15:05:20.561" v="12863" actId="26606"/>
          <ac:picMkLst>
            <pc:docMk/>
            <pc:sldMk cId="1480662190" sldId="264"/>
            <ac:picMk id="4" creationId="{D0596FF1-06A5-7962-F3D7-3C6FEC1C3F9F}"/>
          </ac:picMkLst>
        </pc:picChg>
        <pc:picChg chg="add mod ord">
          <ac:chgData name="Lu, Thao" userId="927168eb-671f-41cf-b697-e83b9537c553" providerId="ADAL" clId="{1B86B4BB-4C37-43BE-8D64-71ED6C674608}" dt="2026-05-21T15:18:07.362" v="13102" actId="1076"/>
          <ac:picMkLst>
            <pc:docMk/>
            <pc:sldMk cId="1480662190" sldId="264"/>
            <ac:picMk id="8" creationId="{5DE78CBC-340E-950D-16C8-8E3D4C466E45}"/>
          </ac:picMkLst>
        </pc:picChg>
      </pc:sldChg>
      <pc:sldChg chg="addSp delSp modSp new mod setBg">
        <pc:chgData name="Lu, Thao" userId="927168eb-671f-41cf-b697-e83b9537c553" providerId="ADAL" clId="{1B86B4BB-4C37-43BE-8D64-71ED6C674608}" dt="2026-05-22T00:47:33.112" v="13776" actId="1076"/>
        <pc:sldMkLst>
          <pc:docMk/>
          <pc:sldMk cId="3111158501" sldId="265"/>
        </pc:sldMkLst>
        <pc:spChg chg="mod">
          <ac:chgData name="Lu, Thao" userId="927168eb-671f-41cf-b697-e83b9537c553" providerId="ADAL" clId="{1B86B4BB-4C37-43BE-8D64-71ED6C674608}" dt="2026-05-20T19:08:18.773" v="11101" actId="26606"/>
          <ac:spMkLst>
            <pc:docMk/>
            <pc:sldMk cId="3111158501" sldId="265"/>
            <ac:spMk id="2" creationId="{DEA2B645-3BA5-BE33-4560-AB01A6CB47B8}"/>
          </ac:spMkLst>
        </pc:spChg>
        <pc:spChg chg="add">
          <ac:chgData name="Lu, Thao" userId="927168eb-671f-41cf-b697-e83b9537c553" providerId="ADAL" clId="{1B86B4BB-4C37-43BE-8D64-71ED6C674608}" dt="2026-05-20T19:08:18.773" v="11101" actId="26606"/>
          <ac:spMkLst>
            <pc:docMk/>
            <pc:sldMk cId="3111158501" sldId="265"/>
            <ac:spMk id="10" creationId="{56E9B3E6-E277-4D68-BA48-9CB43FFBD6E2}"/>
          </ac:spMkLst>
        </pc:spChg>
        <pc:spChg chg="add">
          <ac:chgData name="Lu, Thao" userId="927168eb-671f-41cf-b697-e83b9537c553" providerId="ADAL" clId="{1B86B4BB-4C37-43BE-8D64-71ED6C674608}" dt="2026-05-20T19:08:18.773" v="11101" actId="26606"/>
          <ac:spMkLst>
            <pc:docMk/>
            <pc:sldMk cId="3111158501" sldId="265"/>
            <ac:spMk id="17" creationId="{D5B0017B-2ECA-49AF-B397-DC140825DF8D}"/>
          </ac:spMkLst>
        </pc:spChg>
        <pc:grpChg chg="add">
          <ac:chgData name="Lu, Thao" userId="927168eb-671f-41cf-b697-e83b9537c553" providerId="ADAL" clId="{1B86B4BB-4C37-43BE-8D64-71ED6C674608}" dt="2026-05-20T19:08:18.773" v="11101" actId="26606"/>
          <ac:grpSpMkLst>
            <pc:docMk/>
            <pc:sldMk cId="3111158501" sldId="265"/>
            <ac:grpSpMk id="12" creationId="{AE1C45F0-260A-458C-96ED-C1F6D2151219}"/>
          </ac:grpSpMkLst>
        </pc:grpChg>
        <pc:graphicFrameChg chg="add mod modGraphic">
          <ac:chgData name="Lu, Thao" userId="927168eb-671f-41cf-b697-e83b9537c553" providerId="ADAL" clId="{1B86B4BB-4C37-43BE-8D64-71ED6C674608}" dt="2026-05-22T00:47:33.112" v="13776" actId="1076"/>
          <ac:graphicFrameMkLst>
            <pc:docMk/>
            <pc:sldMk cId="3111158501" sldId="265"/>
            <ac:graphicFrameMk id="5" creationId="{7DDB2538-B97B-8FEE-A922-D534A98AF121}"/>
          </ac:graphicFrameMkLst>
        </pc:graphicFrameChg>
        <pc:picChg chg="add mod">
          <ac:chgData name="Lu, Thao" userId="927168eb-671f-41cf-b697-e83b9537c553" providerId="ADAL" clId="{1B86B4BB-4C37-43BE-8D64-71ED6C674608}" dt="2026-05-20T20:48:04.996" v="12352"/>
          <ac:picMkLst>
            <pc:docMk/>
            <pc:sldMk cId="3111158501" sldId="265"/>
            <ac:picMk id="4" creationId="{761B107B-FD77-BD98-1756-3DABCDD58DA9}"/>
          </ac:picMkLst>
        </pc:picChg>
        <pc:cxnChg chg="add">
          <ac:chgData name="Lu, Thao" userId="927168eb-671f-41cf-b697-e83b9537c553" providerId="ADAL" clId="{1B86B4BB-4C37-43BE-8D64-71ED6C674608}" dt="2026-05-20T19:08:18.773" v="11101" actId="26606"/>
          <ac:cxnSpMkLst>
            <pc:docMk/>
            <pc:sldMk cId="3111158501" sldId="265"/>
            <ac:cxnSpMk id="19" creationId="{6CF1BAF6-AD41-4082-B212-8A1F9A2E8779}"/>
          </ac:cxnSpMkLst>
        </pc:cxnChg>
      </pc:sldChg>
      <pc:sldChg chg="addSp delSp modSp new mod setBg">
        <pc:chgData name="Lu, Thao" userId="927168eb-671f-41cf-b697-e83b9537c553" providerId="ADAL" clId="{1B86B4BB-4C37-43BE-8D64-71ED6C674608}" dt="2026-05-22T00:46:39.588" v="13764" actId="1076"/>
        <pc:sldMkLst>
          <pc:docMk/>
          <pc:sldMk cId="1962460362" sldId="266"/>
        </pc:sldMkLst>
        <pc:spChg chg="mod">
          <ac:chgData name="Lu, Thao" userId="927168eb-671f-41cf-b697-e83b9537c553" providerId="ADAL" clId="{1B86B4BB-4C37-43BE-8D64-71ED6C674608}" dt="2026-05-22T00:46:25.472" v="13760" actId="14100"/>
          <ac:spMkLst>
            <pc:docMk/>
            <pc:sldMk cId="1962460362" sldId="266"/>
            <ac:spMk id="2" creationId="{C8A5FCCD-F11A-0F7F-937C-DC1C6D482F16}"/>
          </ac:spMkLst>
        </pc:spChg>
        <pc:spChg chg="mod">
          <ac:chgData name="Lu, Thao" userId="927168eb-671f-41cf-b697-e83b9537c553" providerId="ADAL" clId="{1B86B4BB-4C37-43BE-8D64-71ED6C674608}" dt="2026-05-22T00:46:32.932" v="13762" actId="1076"/>
          <ac:spMkLst>
            <pc:docMk/>
            <pc:sldMk cId="1962460362" sldId="266"/>
            <ac:spMk id="3" creationId="{E58308B9-7BCA-33F6-5ECA-643C2052C9A2}"/>
          </ac:spMkLst>
        </pc:spChg>
        <pc:spChg chg="add">
          <ac:chgData name="Lu, Thao" userId="927168eb-671f-41cf-b697-e83b9537c553" providerId="ADAL" clId="{1B86B4BB-4C37-43BE-8D64-71ED6C674608}" dt="2026-05-21T14:57:10.345" v="12828" actId="26606"/>
          <ac:spMkLst>
            <pc:docMk/>
            <pc:sldMk cId="1962460362" sldId="266"/>
            <ac:spMk id="31" creationId="{1A95671B-3CC6-4792-9114-B74FAEA224E6}"/>
          </ac:spMkLst>
        </pc:spChg>
        <pc:picChg chg="add mod">
          <ac:chgData name="Lu, Thao" userId="927168eb-671f-41cf-b697-e83b9537c553" providerId="ADAL" clId="{1B86B4BB-4C37-43BE-8D64-71ED6C674608}" dt="2026-05-22T00:46:39.588" v="13764" actId="1076"/>
          <ac:picMkLst>
            <pc:docMk/>
            <pc:sldMk cId="1962460362" sldId="266"/>
            <ac:picMk id="7" creationId="{840BE281-537D-CD73-17E1-8ECD11BDE265}"/>
          </ac:picMkLst>
        </pc:picChg>
        <pc:picChg chg="add mod">
          <ac:chgData name="Lu, Thao" userId="927168eb-671f-41cf-b697-e83b9537c553" providerId="ADAL" clId="{1B86B4BB-4C37-43BE-8D64-71ED6C674608}" dt="2026-05-20T20:48:06.586" v="12353"/>
          <ac:picMkLst>
            <pc:docMk/>
            <pc:sldMk cId="1962460362" sldId="266"/>
            <ac:picMk id="8" creationId="{63052618-ED83-1620-3D20-B51DFF851B8F}"/>
          </ac:picMkLst>
        </pc:picChg>
      </pc:sldChg>
      <pc:sldChg chg="addSp delSp modSp new mod ord setBg addAnim delAnim">
        <pc:chgData name="Lu, Thao" userId="927168eb-671f-41cf-b697-e83b9537c553" providerId="ADAL" clId="{1B86B4BB-4C37-43BE-8D64-71ED6C674608}" dt="2026-05-27T20:14:27.093" v="15671" actId="1076"/>
        <pc:sldMkLst>
          <pc:docMk/>
          <pc:sldMk cId="3787921957" sldId="267"/>
        </pc:sldMkLst>
        <pc:spChg chg="mod">
          <ac:chgData name="Lu, Thao" userId="927168eb-671f-41cf-b697-e83b9537c553" providerId="ADAL" clId="{1B86B4BB-4C37-43BE-8D64-71ED6C674608}" dt="2026-05-21T15:16:26.367" v="13083" actId="14100"/>
          <ac:spMkLst>
            <pc:docMk/>
            <pc:sldMk cId="3787921957" sldId="267"/>
            <ac:spMk id="2" creationId="{0D2D6CAF-6B80-8212-77D6-0855BA570AC5}"/>
          </ac:spMkLst>
        </pc:spChg>
        <pc:spChg chg="mod">
          <ac:chgData name="Lu, Thao" userId="927168eb-671f-41cf-b697-e83b9537c553" providerId="ADAL" clId="{1B86B4BB-4C37-43BE-8D64-71ED6C674608}" dt="2026-05-21T15:16:26.367" v="13083" actId="14100"/>
          <ac:spMkLst>
            <pc:docMk/>
            <pc:sldMk cId="3787921957" sldId="267"/>
            <ac:spMk id="3" creationId="{2CC774A3-2C25-105D-20C5-BFCB55F279C0}"/>
          </ac:spMkLst>
        </pc:spChg>
        <pc:spChg chg="add del">
          <ac:chgData name="Lu, Thao" userId="927168eb-671f-41cf-b697-e83b9537c553" providerId="ADAL" clId="{1B86B4BB-4C37-43BE-8D64-71ED6C674608}" dt="2026-05-21T15:16:26.164" v="13082" actId="26606"/>
          <ac:spMkLst>
            <pc:docMk/>
            <pc:sldMk cId="3787921957" sldId="267"/>
            <ac:spMk id="45" creationId="{88263A24-0C1F-4677-B43C-4AE14E276B27}"/>
          </ac:spMkLst>
        </pc:spChg>
        <pc:spChg chg="add del">
          <ac:chgData name="Lu, Thao" userId="927168eb-671f-41cf-b697-e83b9537c553" providerId="ADAL" clId="{1B86B4BB-4C37-43BE-8D64-71ED6C674608}" dt="2026-05-21T15:16:26.164" v="13082" actId="26606"/>
          <ac:spMkLst>
            <pc:docMk/>
            <pc:sldMk cId="3787921957" sldId="267"/>
            <ac:spMk id="46" creationId="{0ADDB668-2CA4-4D2B-9C34-3487CA330BA8}"/>
          </ac:spMkLst>
        </pc:spChg>
        <pc:spChg chg="add del">
          <ac:chgData name="Lu, Thao" userId="927168eb-671f-41cf-b697-e83b9537c553" providerId="ADAL" clId="{1B86B4BB-4C37-43BE-8D64-71ED6C674608}" dt="2026-05-21T15:16:26.164" v="13082" actId="26606"/>
          <ac:spMkLst>
            <pc:docMk/>
            <pc:sldMk cId="3787921957" sldId="267"/>
            <ac:spMk id="47" creationId="{2568BC19-F052-4108-93E1-6A3D1DEC072F}"/>
          </ac:spMkLst>
        </pc:spChg>
        <pc:spChg chg="add del">
          <ac:chgData name="Lu, Thao" userId="927168eb-671f-41cf-b697-e83b9537c553" providerId="ADAL" clId="{1B86B4BB-4C37-43BE-8D64-71ED6C674608}" dt="2026-05-21T15:16:26.164" v="13082" actId="26606"/>
          <ac:spMkLst>
            <pc:docMk/>
            <pc:sldMk cId="3787921957" sldId="267"/>
            <ac:spMk id="48" creationId="{D5FD337D-4D6B-4C8B-B6F5-121097E09881}"/>
          </ac:spMkLst>
        </pc:spChg>
        <pc:picChg chg="add mod ord">
          <ac:chgData name="Lu, Thao" userId="927168eb-671f-41cf-b697-e83b9537c553" providerId="ADAL" clId="{1B86B4BB-4C37-43BE-8D64-71ED6C674608}" dt="2026-05-27T20:14:27.093" v="15671" actId="1076"/>
          <ac:picMkLst>
            <pc:docMk/>
            <pc:sldMk cId="3787921957" sldId="267"/>
            <ac:picMk id="5" creationId="{EAB5C1D0-79AA-0EA5-3A03-0EDCCD6DD238}"/>
          </ac:picMkLst>
        </pc:picChg>
        <pc:picChg chg="add mod">
          <ac:chgData name="Lu, Thao" userId="927168eb-671f-41cf-b697-e83b9537c553" providerId="ADAL" clId="{1B86B4BB-4C37-43BE-8D64-71ED6C674608}" dt="2026-05-27T20:14:23.910" v="15670" actId="1076"/>
          <ac:picMkLst>
            <pc:docMk/>
            <pc:sldMk cId="3787921957" sldId="267"/>
            <ac:picMk id="7" creationId="{A3B14EEA-8024-F597-6C44-D8D52B7D6C19}"/>
          </ac:picMkLst>
        </pc:picChg>
        <pc:picChg chg="add mod">
          <ac:chgData name="Lu, Thao" userId="927168eb-671f-41cf-b697-e83b9537c553" providerId="ADAL" clId="{1B86B4BB-4C37-43BE-8D64-71ED6C674608}" dt="2026-05-20T20:48:08.525" v="12354"/>
          <ac:picMkLst>
            <pc:docMk/>
            <pc:sldMk cId="3787921957" sldId="267"/>
            <ac:picMk id="8" creationId="{BCBEFD9C-1C65-E117-E4D2-70E76439168C}"/>
          </ac:picMkLst>
        </pc:picChg>
      </pc:sldChg>
      <pc:sldChg chg="addSp delSp modSp new mod setBg">
        <pc:chgData name="Lu, Thao" userId="927168eb-671f-41cf-b697-e83b9537c553" providerId="ADAL" clId="{1B86B4BB-4C37-43BE-8D64-71ED6C674608}" dt="2026-05-28T16:03:01.218" v="16256" actId="1076"/>
        <pc:sldMkLst>
          <pc:docMk/>
          <pc:sldMk cId="2699266513" sldId="268"/>
        </pc:sldMkLst>
        <pc:spChg chg="mod">
          <ac:chgData name="Lu, Thao" userId="927168eb-671f-41cf-b697-e83b9537c553" providerId="ADAL" clId="{1B86B4BB-4C37-43BE-8D64-71ED6C674608}" dt="2026-05-28T16:02:54.267" v="16254" actId="26606"/>
          <ac:spMkLst>
            <pc:docMk/>
            <pc:sldMk cId="2699266513" sldId="268"/>
            <ac:spMk id="2" creationId="{B20934E9-1422-CE2A-A713-DEE38B1012F6}"/>
          </ac:spMkLst>
        </pc:spChg>
        <pc:spChg chg="add mod">
          <ac:chgData name="Lu, Thao" userId="927168eb-671f-41cf-b697-e83b9537c553" providerId="ADAL" clId="{1B86B4BB-4C37-43BE-8D64-71ED6C674608}" dt="2026-05-28T14:19:39.478" v="16164"/>
          <ac:spMkLst>
            <pc:docMk/>
            <pc:sldMk cId="2699266513" sldId="268"/>
            <ac:spMk id="3" creationId="{43DB77F3-5697-D97C-72FD-C393E41710BD}"/>
          </ac:spMkLst>
        </pc:spChg>
        <pc:spChg chg="add del mod">
          <ac:chgData name="Lu, Thao" userId="927168eb-671f-41cf-b697-e83b9537c553" providerId="ADAL" clId="{1B86B4BB-4C37-43BE-8D64-71ED6C674608}" dt="2026-05-27T20:07:30.707" v="15462" actId="478"/>
          <ac:spMkLst>
            <pc:docMk/>
            <pc:sldMk cId="2699266513" sldId="268"/>
            <ac:spMk id="4" creationId="{B575DE75-4DDB-F69C-EBAA-F355F40D1EDB}"/>
          </ac:spMkLst>
        </pc:spChg>
        <pc:spChg chg="add del">
          <ac:chgData name="Lu, Thao" userId="927168eb-671f-41cf-b697-e83b9537c553" providerId="ADAL" clId="{1B86B4BB-4C37-43BE-8D64-71ED6C674608}" dt="2026-05-27T20:07:28.333" v="15461" actId="26606"/>
          <ac:spMkLst>
            <pc:docMk/>
            <pc:sldMk cId="2699266513" sldId="268"/>
            <ac:spMk id="12" creationId="{E0B58608-23C8-4441-994D-C6823EEE1DB7}"/>
          </ac:spMkLst>
        </pc:spChg>
        <pc:spChg chg="add del">
          <ac:chgData name="Lu, Thao" userId="927168eb-671f-41cf-b697-e83b9537c553" providerId="ADAL" clId="{1B86B4BB-4C37-43BE-8D64-71ED6C674608}" dt="2026-05-27T20:07:28.333" v="15461" actId="26606"/>
          <ac:spMkLst>
            <pc:docMk/>
            <pc:sldMk cId="2699266513" sldId="268"/>
            <ac:spMk id="13" creationId="{F0DCC097-1DB8-4B6D-85D0-6FBA0E1CA4BA}"/>
          </ac:spMkLst>
        </pc:spChg>
        <pc:spChg chg="add del">
          <ac:chgData name="Lu, Thao" userId="927168eb-671f-41cf-b697-e83b9537c553" providerId="ADAL" clId="{1B86B4BB-4C37-43BE-8D64-71ED6C674608}" dt="2026-05-27T20:07:37.076" v="15467" actId="26606"/>
          <ac:spMkLst>
            <pc:docMk/>
            <pc:sldMk cId="2699266513" sldId="268"/>
            <ac:spMk id="18" creationId="{1A95671B-3CC6-4792-9114-B74FAEA224E6}"/>
          </ac:spMkLst>
        </pc:spChg>
        <pc:spChg chg="add del">
          <ac:chgData name="Lu, Thao" userId="927168eb-671f-41cf-b697-e83b9537c553" providerId="ADAL" clId="{1B86B4BB-4C37-43BE-8D64-71ED6C674608}" dt="2026-05-27T20:07:37.076" v="15466" actId="26606"/>
          <ac:spMkLst>
            <pc:docMk/>
            <pc:sldMk cId="2699266513" sldId="268"/>
            <ac:spMk id="23" creationId="{A4AC5506-6312-4701-8D3C-40187889A947}"/>
          </ac:spMkLst>
        </pc:spChg>
        <pc:spChg chg="add del">
          <ac:chgData name="Lu, Thao" userId="927168eb-671f-41cf-b697-e83b9537c553" providerId="ADAL" clId="{1B86B4BB-4C37-43BE-8D64-71ED6C674608}" dt="2026-05-28T16:02:54.267" v="16254" actId="26606"/>
          <ac:spMkLst>
            <pc:docMk/>
            <pc:sldMk cId="2699266513" sldId="268"/>
            <ac:spMk id="25" creationId="{AC477752-ACCA-41C1-9B1D-D0CED1F9CBDD}"/>
          </ac:spMkLst>
        </pc:spChg>
        <pc:spChg chg="add del">
          <ac:chgData name="Lu, Thao" userId="927168eb-671f-41cf-b697-e83b9537c553" providerId="ADAL" clId="{1B86B4BB-4C37-43BE-8D64-71ED6C674608}" dt="2026-05-28T16:02:54.257" v="16253" actId="26606"/>
          <ac:spMkLst>
            <pc:docMk/>
            <pc:sldMk cId="2699266513" sldId="268"/>
            <ac:spMk id="30" creationId="{A4AC5506-6312-4701-8D3C-40187889A947}"/>
          </ac:spMkLst>
        </pc:spChg>
        <pc:spChg chg="add">
          <ac:chgData name="Lu, Thao" userId="927168eb-671f-41cf-b697-e83b9537c553" providerId="ADAL" clId="{1B86B4BB-4C37-43BE-8D64-71ED6C674608}" dt="2026-05-28T16:02:54.267" v="16254" actId="26606"/>
          <ac:spMkLst>
            <pc:docMk/>
            <pc:sldMk cId="2699266513" sldId="268"/>
            <ac:spMk id="32" creationId="{E0B58608-23C8-4441-994D-C6823EEE1DB7}"/>
          </ac:spMkLst>
        </pc:spChg>
        <pc:spChg chg="add">
          <ac:chgData name="Lu, Thao" userId="927168eb-671f-41cf-b697-e83b9537c553" providerId="ADAL" clId="{1B86B4BB-4C37-43BE-8D64-71ED6C674608}" dt="2026-05-28T16:02:54.267" v="16254" actId="26606"/>
          <ac:spMkLst>
            <pc:docMk/>
            <pc:sldMk cId="2699266513" sldId="268"/>
            <ac:spMk id="33" creationId="{F0DCC097-1DB8-4B6D-85D0-6FBA0E1CA4BA}"/>
          </ac:spMkLst>
        </pc:spChg>
        <pc:picChg chg="add del mod ord">
          <ac:chgData name="Lu, Thao" userId="927168eb-671f-41cf-b697-e83b9537c553" providerId="ADAL" clId="{1B86B4BB-4C37-43BE-8D64-71ED6C674608}" dt="2026-05-27T20:07:23.695" v="15459" actId="478"/>
          <ac:picMkLst>
            <pc:docMk/>
            <pc:sldMk cId="2699266513" sldId="268"/>
            <ac:picMk id="5" creationId="{4539EDFD-363E-33DE-AEAF-59C1D05DC649}"/>
          </ac:picMkLst>
        </pc:picChg>
        <pc:picChg chg="add mod">
          <ac:chgData name="Lu, Thao" userId="927168eb-671f-41cf-b697-e83b9537c553" providerId="ADAL" clId="{1B86B4BB-4C37-43BE-8D64-71ED6C674608}" dt="2026-05-28T16:03:01.218" v="16256" actId="1076"/>
          <ac:picMkLst>
            <pc:docMk/>
            <pc:sldMk cId="2699266513" sldId="268"/>
            <ac:picMk id="7" creationId="{B752CA9A-DB5A-2218-C254-B00FC72417B6}"/>
          </ac:picMkLst>
        </pc:picChg>
        <pc:picChg chg="add mod">
          <ac:chgData name="Lu, Thao" userId="927168eb-671f-41cf-b697-e83b9537c553" providerId="ADAL" clId="{1B86B4BB-4C37-43BE-8D64-71ED6C674608}" dt="2026-05-27T20:07:47.428" v="15468"/>
          <ac:picMkLst>
            <pc:docMk/>
            <pc:sldMk cId="2699266513" sldId="268"/>
            <ac:picMk id="8" creationId="{FB461108-2FAF-7556-232C-EFEB1DC7F636}"/>
          </ac:picMkLst>
        </pc:picChg>
      </pc:sldChg>
      <pc:sldChg chg="addSp delSp modSp new add del mod setBg">
        <pc:chgData name="Lu, Thao" userId="927168eb-671f-41cf-b697-e83b9537c553" providerId="ADAL" clId="{1B86B4BB-4C37-43BE-8D64-71ED6C674608}" dt="2026-05-28T14:19:56.081" v="16170" actId="47"/>
        <pc:sldMkLst>
          <pc:docMk/>
          <pc:sldMk cId="2459563002" sldId="269"/>
        </pc:sldMkLst>
        <pc:spChg chg="mod">
          <ac:chgData name="Lu, Thao" userId="927168eb-671f-41cf-b697-e83b9537c553" providerId="ADAL" clId="{1B86B4BB-4C37-43BE-8D64-71ED6C674608}" dt="2026-05-28T14:19:29.941" v="16162" actId="27636"/>
          <ac:spMkLst>
            <pc:docMk/>
            <pc:sldMk cId="2459563002" sldId="269"/>
            <ac:spMk id="2" creationId="{C2355490-1C25-62A8-0491-ACDEE35E53B8}"/>
          </ac:spMkLst>
        </pc:spChg>
        <pc:spChg chg="del">
          <ac:chgData name="Lu, Thao" userId="927168eb-671f-41cf-b697-e83b9537c553" providerId="ADAL" clId="{1B86B4BB-4C37-43BE-8D64-71ED6C674608}" dt="2026-05-27T20:06:57.369" v="15458" actId="22"/>
          <ac:spMkLst>
            <pc:docMk/>
            <pc:sldMk cId="2459563002" sldId="269"/>
            <ac:spMk id="3" creationId="{3A175E24-7FB7-EEC4-CC81-DB083025C06B}"/>
          </ac:spMkLst>
        </pc:spChg>
        <pc:spChg chg="add mod">
          <ac:chgData name="Lu, Thao" userId="927168eb-671f-41cf-b697-e83b9537c553" providerId="ADAL" clId="{1B86B4BB-4C37-43BE-8D64-71ED6C674608}" dt="2026-05-28T14:19:35.369" v="16163" actId="1076"/>
          <ac:spMkLst>
            <pc:docMk/>
            <pc:sldMk cId="2459563002" sldId="269"/>
            <ac:spMk id="7" creationId="{4B9931A2-C75B-57C4-69DA-1E1B17B1D246}"/>
          </ac:spMkLst>
        </pc:spChg>
        <pc:spChg chg="add mod">
          <ac:chgData name="Lu, Thao" userId="927168eb-671f-41cf-b697-e83b9537c553" providerId="ADAL" clId="{1B86B4BB-4C37-43BE-8D64-71ED6C674608}" dt="2026-05-28T14:16:49.150" v="16096"/>
          <ac:spMkLst>
            <pc:docMk/>
            <pc:sldMk cId="2459563002" sldId="269"/>
            <ac:spMk id="9" creationId="{638FD3D7-0115-E1EA-E856-0D4863338B9F}"/>
          </ac:spMkLst>
        </pc:spChg>
        <pc:spChg chg="add del mod">
          <ac:chgData name="Lu, Thao" userId="927168eb-671f-41cf-b697-e83b9537c553" providerId="ADAL" clId="{1B86B4BB-4C37-43BE-8D64-71ED6C674608}" dt="2026-05-27T20:22:44.558" v="15774" actId="11529"/>
          <ac:spMkLst>
            <pc:docMk/>
            <pc:sldMk cId="2459563002" sldId="269"/>
            <ac:spMk id="9" creationId="{E968B01F-23C0-38EF-D88B-5BC5A51AF8C6}"/>
          </ac:spMkLst>
        </pc:spChg>
        <pc:spChg chg="add del mod">
          <ac:chgData name="Lu, Thao" userId="927168eb-671f-41cf-b697-e83b9537c553" providerId="ADAL" clId="{1B86B4BB-4C37-43BE-8D64-71ED6C674608}" dt="2026-05-28T14:19:35.369" v="16163" actId="1076"/>
          <ac:spMkLst>
            <pc:docMk/>
            <pc:sldMk cId="2459563002" sldId="269"/>
            <ac:spMk id="10" creationId="{343F5D32-B428-2DE7-CB29-034D9DD4A341}"/>
          </ac:spMkLst>
        </pc:spChg>
        <pc:spChg chg="add mod">
          <ac:chgData name="Lu, Thao" userId="927168eb-671f-41cf-b697-e83b9537c553" providerId="ADAL" clId="{1B86B4BB-4C37-43BE-8D64-71ED6C674608}" dt="2026-05-28T14:19:18.520" v="16160" actId="255"/>
          <ac:spMkLst>
            <pc:docMk/>
            <pc:sldMk cId="2459563002" sldId="269"/>
            <ac:spMk id="11" creationId="{14570349-54D1-CE4F-0AC2-4BF10C4BB7B0}"/>
          </ac:spMkLst>
        </pc:spChg>
        <pc:spChg chg="add del">
          <ac:chgData name="Lu, Thao" userId="927168eb-671f-41cf-b697-e83b9537c553" providerId="ADAL" clId="{1B86B4BB-4C37-43BE-8D64-71ED6C674608}" dt="2026-05-27T20:14:37.849" v="15674" actId="26606"/>
          <ac:spMkLst>
            <pc:docMk/>
            <pc:sldMk cId="2459563002" sldId="269"/>
            <ac:spMk id="13" creationId="{99ED5833-B85B-4103-8A3B-CAB0308E6C15}"/>
          </ac:spMkLst>
        </pc:spChg>
        <pc:spChg chg="add mod">
          <ac:chgData name="Lu, Thao" userId="927168eb-671f-41cf-b697-e83b9537c553" providerId="ADAL" clId="{1B86B4BB-4C37-43BE-8D64-71ED6C674608}" dt="2026-05-27T20:21:48.845" v="15751"/>
          <ac:spMkLst>
            <pc:docMk/>
            <pc:sldMk cId="2459563002" sldId="269"/>
            <ac:spMk id="14" creationId="{792CA9DB-BEA8-C73C-E0C7-F7029B9763D3}"/>
          </ac:spMkLst>
        </pc:spChg>
        <pc:spChg chg="add del mod">
          <ac:chgData name="Lu, Thao" userId="927168eb-671f-41cf-b697-e83b9537c553" providerId="ADAL" clId="{1B86B4BB-4C37-43BE-8D64-71ED6C674608}" dt="2026-05-28T14:14:44.919" v="16054" actId="21"/>
          <ac:spMkLst>
            <pc:docMk/>
            <pc:sldMk cId="2459563002" sldId="269"/>
            <ac:spMk id="15" creationId="{0EF60267-AA25-3F1F-3231-E03B2BA84E1B}"/>
          </ac:spMkLst>
        </pc:spChg>
        <pc:spChg chg="add del mod">
          <ac:chgData name="Lu, Thao" userId="927168eb-671f-41cf-b697-e83b9537c553" providerId="ADAL" clId="{1B86B4BB-4C37-43BE-8D64-71ED6C674608}" dt="2026-05-27T20:25:22.484" v="15792" actId="478"/>
          <ac:spMkLst>
            <pc:docMk/>
            <pc:sldMk cId="2459563002" sldId="269"/>
            <ac:spMk id="17" creationId="{37E04ECE-45B5-696A-9591-FCC01F910A1A}"/>
          </ac:spMkLst>
        </pc:spChg>
        <pc:spChg chg="add del">
          <ac:chgData name="Lu, Thao" userId="927168eb-671f-41cf-b697-e83b9537c553" providerId="ADAL" clId="{1B86B4BB-4C37-43BE-8D64-71ED6C674608}" dt="2026-05-27T20:14:37.849" v="15673" actId="26606"/>
          <ac:spMkLst>
            <pc:docMk/>
            <pc:sldMk cId="2459563002" sldId="269"/>
            <ac:spMk id="18" creationId="{022BDE4A-8A20-4A69-9C5A-581C82036A4D}"/>
          </ac:spMkLst>
        </pc:spChg>
        <pc:spChg chg="add del mod">
          <ac:chgData name="Lu, Thao" userId="927168eb-671f-41cf-b697-e83b9537c553" providerId="ADAL" clId="{1B86B4BB-4C37-43BE-8D64-71ED6C674608}" dt="2026-05-28T14:14:50.281" v="16056" actId="21"/>
          <ac:spMkLst>
            <pc:docMk/>
            <pc:sldMk cId="2459563002" sldId="269"/>
            <ac:spMk id="19" creationId="{BFB351FF-731F-8BC7-348C-E38134839061}"/>
          </ac:spMkLst>
        </pc:spChg>
        <pc:spChg chg="add del">
          <ac:chgData name="Lu, Thao" userId="927168eb-671f-41cf-b697-e83b9537c553" providerId="ADAL" clId="{1B86B4BB-4C37-43BE-8D64-71ED6C674608}" dt="2026-05-27T20:17:13.433" v="15702" actId="26606"/>
          <ac:spMkLst>
            <pc:docMk/>
            <pc:sldMk cId="2459563002" sldId="269"/>
            <ac:spMk id="20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17:45.621" v="15719" actId="26606"/>
          <ac:spMkLst>
            <pc:docMk/>
            <pc:sldMk cId="2459563002" sldId="269"/>
            <ac:spMk id="22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17:45.621" v="15719" actId="26606"/>
          <ac:spMkLst>
            <pc:docMk/>
            <pc:sldMk cId="2459563002" sldId="269"/>
            <ac:spMk id="23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15:06.880" v="15686" actId="26606"/>
          <ac:spMkLst>
            <pc:docMk/>
            <pc:sldMk cId="2459563002" sldId="269"/>
            <ac:spMk id="25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18:08.760" v="15724" actId="26606"/>
          <ac:spMkLst>
            <pc:docMk/>
            <pc:sldMk cId="2459563002" sldId="269"/>
            <ac:spMk id="26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15:06.880" v="15686" actId="26606"/>
          <ac:spMkLst>
            <pc:docMk/>
            <pc:sldMk cId="2459563002" sldId="269"/>
            <ac:spMk id="27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17:39.166" v="15710" actId="26606"/>
          <ac:spMkLst>
            <pc:docMk/>
            <pc:sldMk cId="2459563002" sldId="269"/>
            <ac:spMk id="28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18:08.745" v="15723" actId="26606"/>
          <ac:spMkLst>
            <pc:docMk/>
            <pc:sldMk cId="2459563002" sldId="269"/>
            <ac:spMk id="29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17:40.121" v="15712" actId="26606"/>
          <ac:spMkLst>
            <pc:docMk/>
            <pc:sldMk cId="2459563002" sldId="269"/>
            <ac:spMk id="30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17:40.121" v="15712" actId="26606"/>
          <ac:spMkLst>
            <pc:docMk/>
            <pc:sldMk cId="2459563002" sldId="269"/>
            <ac:spMk id="31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26:32.150" v="15821" actId="26606"/>
          <ac:spMkLst>
            <pc:docMk/>
            <pc:sldMk cId="2459563002" sldId="269"/>
            <ac:spMk id="32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26:32.150" v="15821" actId="26606"/>
          <ac:spMkLst>
            <pc:docMk/>
            <pc:sldMk cId="2459563002" sldId="269"/>
            <ac:spMk id="33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26:05.881" v="15807" actId="26606"/>
          <ac:spMkLst>
            <pc:docMk/>
            <pc:sldMk cId="2459563002" sldId="269"/>
            <ac:spMk id="37" creationId="{2369704A-A44D-5A62-B314-F23F7C0BF45A}"/>
          </ac:spMkLst>
        </pc:spChg>
        <pc:spChg chg="add del">
          <ac:chgData name="Lu, Thao" userId="927168eb-671f-41cf-b697-e83b9537c553" providerId="ADAL" clId="{1B86B4BB-4C37-43BE-8D64-71ED6C674608}" dt="2026-05-27T20:25:58.068" v="15797" actId="26606"/>
          <ac:spMkLst>
            <pc:docMk/>
            <pc:sldMk cId="2459563002" sldId="269"/>
            <ac:spMk id="38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5:58.848" v="15799" actId="26606"/>
          <ac:spMkLst>
            <pc:docMk/>
            <pc:sldMk cId="2459563002" sldId="269"/>
            <ac:spMk id="40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25:58.848" v="15799" actId="26606"/>
          <ac:spMkLst>
            <pc:docMk/>
            <pc:sldMk cId="2459563002" sldId="269"/>
            <ac:spMk id="41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26:05.881" v="15807" actId="26606"/>
          <ac:spMkLst>
            <pc:docMk/>
            <pc:sldMk cId="2459563002" sldId="269"/>
            <ac:spMk id="42" creationId="{0990C621-3B8B-4820-8328-D47EF7CE823C}"/>
          </ac:spMkLst>
        </pc:spChg>
        <pc:spChg chg="add del">
          <ac:chgData name="Lu, Thao" userId="927168eb-671f-41cf-b697-e83b9537c553" providerId="ADAL" clId="{1B86B4BB-4C37-43BE-8D64-71ED6C674608}" dt="2026-05-27T20:25:59.802" v="15801" actId="26606"/>
          <ac:spMkLst>
            <pc:docMk/>
            <pc:sldMk cId="2459563002" sldId="269"/>
            <ac:spMk id="43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6:05.881" v="15807" actId="26606"/>
          <ac:spMkLst>
            <pc:docMk/>
            <pc:sldMk cId="2459563002" sldId="269"/>
            <ac:spMk id="44" creationId="{C1A2385B-1D2A-4E17-84FA-6CB7F0AAE473}"/>
          </ac:spMkLst>
        </pc:spChg>
        <pc:spChg chg="add del">
          <ac:chgData name="Lu, Thao" userId="927168eb-671f-41cf-b697-e83b9537c553" providerId="ADAL" clId="{1B86B4BB-4C37-43BE-8D64-71ED6C674608}" dt="2026-05-27T20:26:00.718" v="15803" actId="26606"/>
          <ac:spMkLst>
            <pc:docMk/>
            <pc:sldMk cId="2459563002" sldId="269"/>
            <ac:spMk id="45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6:05.881" v="15807" actId="26606"/>
          <ac:spMkLst>
            <pc:docMk/>
            <pc:sldMk cId="2459563002" sldId="269"/>
            <ac:spMk id="46" creationId="{5E791F2F-79DB-4CC0-9FA1-001E3E91E8B7}"/>
          </ac:spMkLst>
        </pc:spChg>
        <pc:spChg chg="add del">
          <ac:chgData name="Lu, Thao" userId="927168eb-671f-41cf-b697-e83b9537c553" providerId="ADAL" clId="{1B86B4BB-4C37-43BE-8D64-71ED6C674608}" dt="2026-05-27T20:26:04.209" v="15805" actId="26606"/>
          <ac:spMkLst>
            <pc:docMk/>
            <pc:sldMk cId="2459563002" sldId="269"/>
            <ac:spMk id="47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6:05.881" v="15807" actId="26606"/>
          <ac:spMkLst>
            <pc:docMk/>
            <pc:sldMk cId="2459563002" sldId="269"/>
            <ac:spMk id="49" creationId="{CD504B3E-2155-480C-A1E5-DBFD02C55BA6}"/>
          </ac:spMkLst>
        </pc:spChg>
        <pc:spChg chg="add del">
          <ac:chgData name="Lu, Thao" userId="927168eb-671f-41cf-b697-e83b9537c553" providerId="ADAL" clId="{1B86B4BB-4C37-43BE-8D64-71ED6C674608}" dt="2026-05-27T20:26:15.599" v="15809" actId="26606"/>
          <ac:spMkLst>
            <pc:docMk/>
            <pc:sldMk cId="2459563002" sldId="269"/>
            <ac:spMk id="51" creationId="{C3896A03-3945-419A-B66B-4EE266EDD152}"/>
          </ac:spMkLst>
        </pc:spChg>
        <pc:spChg chg="add del">
          <ac:chgData name="Lu, Thao" userId="927168eb-671f-41cf-b697-e83b9537c553" providerId="ADAL" clId="{1B86B4BB-4C37-43BE-8D64-71ED6C674608}" dt="2026-05-27T20:26:15.599" v="15809" actId="26606"/>
          <ac:spMkLst>
            <pc:docMk/>
            <pc:sldMk cId="2459563002" sldId="269"/>
            <ac:spMk id="52" creationId="{B34F5AD2-EDBD-4BBD-A55C-EAFFD0C7097A}"/>
          </ac:spMkLst>
        </pc:spChg>
        <pc:spChg chg="add del">
          <ac:chgData name="Lu, Thao" userId="927168eb-671f-41cf-b697-e83b9537c553" providerId="ADAL" clId="{1B86B4BB-4C37-43BE-8D64-71ED6C674608}" dt="2026-05-27T20:26:15.599" v="15809" actId="26606"/>
          <ac:spMkLst>
            <pc:docMk/>
            <pc:sldMk cId="2459563002" sldId="269"/>
            <ac:spMk id="53" creationId="{450D3AD2-FA80-415F-A9CE-54D884561CD7}"/>
          </ac:spMkLst>
        </pc:spChg>
        <pc:spChg chg="add del">
          <ac:chgData name="Lu, Thao" userId="927168eb-671f-41cf-b697-e83b9537c553" providerId="ADAL" clId="{1B86B4BB-4C37-43BE-8D64-71ED6C674608}" dt="2026-05-27T20:26:15.599" v="15809" actId="26606"/>
          <ac:spMkLst>
            <pc:docMk/>
            <pc:sldMk cId="2459563002" sldId="269"/>
            <ac:spMk id="54" creationId="{26A0361E-D155-1A63-E83B-A04189E4C074}"/>
          </ac:spMkLst>
        </pc:spChg>
        <pc:spChg chg="add del">
          <ac:chgData name="Lu, Thao" userId="927168eb-671f-41cf-b697-e83b9537c553" providerId="ADAL" clId="{1B86B4BB-4C37-43BE-8D64-71ED6C674608}" dt="2026-05-27T20:26:17.068" v="15811" actId="26606"/>
          <ac:spMkLst>
            <pc:docMk/>
            <pc:sldMk cId="2459563002" sldId="269"/>
            <ac:spMk id="56" creationId="{F83B1BEA-1159-4AE5-AD9B-9440E5189009}"/>
          </ac:spMkLst>
        </pc:spChg>
        <pc:spChg chg="add del">
          <ac:chgData name="Lu, Thao" userId="927168eb-671f-41cf-b697-e83b9537c553" providerId="ADAL" clId="{1B86B4BB-4C37-43BE-8D64-71ED6C674608}" dt="2026-05-27T20:26:17.068" v="15811" actId="26606"/>
          <ac:spMkLst>
            <pc:docMk/>
            <pc:sldMk cId="2459563002" sldId="269"/>
            <ac:spMk id="57" creationId="{5D50C310-510F-45B8-81D2-BE905D5C6D58}"/>
          </ac:spMkLst>
        </pc:spChg>
        <pc:spChg chg="add del">
          <ac:chgData name="Lu, Thao" userId="927168eb-671f-41cf-b697-e83b9537c553" providerId="ADAL" clId="{1B86B4BB-4C37-43BE-8D64-71ED6C674608}" dt="2026-05-27T20:26:17.068" v="15811" actId="26606"/>
          <ac:spMkLst>
            <pc:docMk/>
            <pc:sldMk cId="2459563002" sldId="269"/>
            <ac:spMk id="58" creationId="{96838BA4-016D-F7EF-EE13-F0DE15092E25}"/>
          </ac:spMkLst>
        </pc:spChg>
        <pc:spChg chg="add del">
          <ac:chgData name="Lu, Thao" userId="927168eb-671f-41cf-b697-e83b9537c553" providerId="ADAL" clId="{1B86B4BB-4C37-43BE-8D64-71ED6C674608}" dt="2026-05-27T20:26:18.769" v="15813" actId="26606"/>
          <ac:spMkLst>
            <pc:docMk/>
            <pc:sldMk cId="2459563002" sldId="269"/>
            <ac:spMk id="60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6:19.394" v="15815" actId="26606"/>
          <ac:spMkLst>
            <pc:docMk/>
            <pc:sldMk cId="2459563002" sldId="269"/>
            <ac:spMk id="62" creationId="{CEF6118E-44FB-4509-B4D9-129052E4C6EE}"/>
          </ac:spMkLst>
        </pc:spChg>
        <pc:spChg chg="add del">
          <ac:chgData name="Lu, Thao" userId="927168eb-671f-41cf-b697-e83b9537c553" providerId="ADAL" clId="{1B86B4BB-4C37-43BE-8D64-71ED6C674608}" dt="2026-05-27T20:26:19.394" v="15815" actId="26606"/>
          <ac:spMkLst>
            <pc:docMk/>
            <pc:sldMk cId="2459563002" sldId="269"/>
            <ac:spMk id="63" creationId="{CCBED1F8-F47A-CEF6-AF60-B291E45AAE5E}"/>
          </ac:spMkLst>
        </pc:spChg>
        <pc:spChg chg="add del">
          <ac:chgData name="Lu, Thao" userId="927168eb-671f-41cf-b697-e83b9537c553" providerId="ADAL" clId="{1B86B4BB-4C37-43BE-8D64-71ED6C674608}" dt="2026-05-27T20:26:22.346" v="15817" actId="26606"/>
          <ac:spMkLst>
            <pc:docMk/>
            <pc:sldMk cId="2459563002" sldId="269"/>
            <ac:spMk id="65" creationId="{99ED5833-B85B-4103-8A3B-CAB0308E6C15}"/>
          </ac:spMkLst>
        </pc:spChg>
        <pc:spChg chg="add del">
          <ac:chgData name="Lu, Thao" userId="927168eb-671f-41cf-b697-e83b9537c553" providerId="ADAL" clId="{1B86B4BB-4C37-43BE-8D64-71ED6C674608}" dt="2026-05-27T20:26:23.102" v="15819" actId="26606"/>
          <ac:spMkLst>
            <pc:docMk/>
            <pc:sldMk cId="2459563002" sldId="269"/>
            <ac:spMk id="67" creationId="{C4879EFC-8E62-4E00-973C-C45EE9EC676D}"/>
          </ac:spMkLst>
        </pc:spChg>
        <pc:spChg chg="add del">
          <ac:chgData name="Lu, Thao" userId="927168eb-671f-41cf-b697-e83b9537c553" providerId="ADAL" clId="{1B86B4BB-4C37-43BE-8D64-71ED6C674608}" dt="2026-05-27T20:26:23.102" v="15819" actId="26606"/>
          <ac:spMkLst>
            <pc:docMk/>
            <pc:sldMk cId="2459563002" sldId="269"/>
            <ac:spMk id="68" creationId="{D6A9C53F-5F90-40A5-8C85-5412D39C8C68}"/>
          </ac:spMkLst>
        </pc:spChg>
        <pc:spChg chg="add del">
          <ac:chgData name="Lu, Thao" userId="927168eb-671f-41cf-b697-e83b9537c553" providerId="ADAL" clId="{1B86B4BB-4C37-43BE-8D64-71ED6C674608}" dt="2026-05-27T20:26:32.150" v="15821" actId="26606"/>
          <ac:spMkLst>
            <pc:docMk/>
            <pc:sldMk cId="2459563002" sldId="269"/>
            <ac:spMk id="70" creationId="{99ED5833-B85B-4103-8A3B-CAB0308E6C15}"/>
          </ac:spMkLst>
        </pc:spChg>
        <pc:picChg chg="add mod modCrop">
          <ac:chgData name="Lu, Thao" userId="927168eb-671f-41cf-b697-e83b9537c553" providerId="ADAL" clId="{1B86B4BB-4C37-43BE-8D64-71ED6C674608}" dt="2026-05-28T14:19:35.369" v="16163" actId="1076"/>
          <ac:picMkLst>
            <pc:docMk/>
            <pc:sldMk cId="2459563002" sldId="269"/>
            <ac:picMk id="4" creationId="{C49D7560-B15C-EE47-82C4-D55BAE9D57EC}"/>
          </ac:picMkLst>
        </pc:picChg>
        <pc:picChg chg="add del mod ord modCrop">
          <ac:chgData name="Lu, Thao" userId="927168eb-671f-41cf-b697-e83b9537c553" providerId="ADAL" clId="{1B86B4BB-4C37-43BE-8D64-71ED6C674608}" dt="2026-05-28T14:19:35.369" v="16163" actId="1076"/>
          <ac:picMkLst>
            <pc:docMk/>
            <pc:sldMk cId="2459563002" sldId="269"/>
            <ac:picMk id="5" creationId="{DF1E420F-B566-0FF2-F50C-68102318EA2C}"/>
          </ac:picMkLst>
        </pc:picChg>
        <pc:picChg chg="add mod ord">
          <ac:chgData name="Lu, Thao" userId="927168eb-671f-41cf-b697-e83b9537c553" providerId="ADAL" clId="{1B86B4BB-4C37-43BE-8D64-71ED6C674608}" dt="2026-05-27T20:11:15.703" v="15474" actId="26606"/>
          <ac:picMkLst>
            <pc:docMk/>
            <pc:sldMk cId="2459563002" sldId="269"/>
            <ac:picMk id="6" creationId="{6AFF4865-BF8C-B620-4FCB-90098E7AF44A}"/>
          </ac:picMkLst>
        </pc:picChg>
        <pc:picChg chg="add mod">
          <ac:chgData name="Lu, Thao" userId="927168eb-671f-41cf-b697-e83b9537c553" providerId="ADAL" clId="{1B86B4BB-4C37-43BE-8D64-71ED6C674608}" dt="2026-05-27T20:26:32.150" v="15821" actId="26606"/>
          <ac:picMkLst>
            <pc:docMk/>
            <pc:sldMk cId="2459563002" sldId="269"/>
            <ac:picMk id="8" creationId="{0B0027F1-3864-9D75-8025-DD1AB1567BB8}"/>
          </ac:picMkLst>
        </pc:picChg>
        <pc:picChg chg="add del">
          <ac:chgData name="Lu, Thao" userId="927168eb-671f-41cf-b697-e83b9537c553" providerId="ADAL" clId="{1B86B4BB-4C37-43BE-8D64-71ED6C674608}" dt="2026-05-27T20:21:33.158" v="15748" actId="22"/>
          <ac:picMkLst>
            <pc:docMk/>
            <pc:sldMk cId="2459563002" sldId="269"/>
            <ac:picMk id="11" creationId="{12C8DEFB-74AD-8646-59EE-53BD37AFC238}"/>
          </ac:picMkLst>
        </pc:picChg>
        <pc:picChg chg="add mod">
          <ac:chgData name="Lu, Thao" userId="927168eb-671f-41cf-b697-e83b9537c553" providerId="ADAL" clId="{1B86B4BB-4C37-43BE-8D64-71ED6C674608}" dt="2026-05-27T20:21:38.428" v="15750"/>
          <ac:picMkLst>
            <pc:docMk/>
            <pc:sldMk cId="2459563002" sldId="269"/>
            <ac:picMk id="12" creationId="{D02F9352-44E3-7E61-4879-E11DD7B61682}"/>
          </ac:picMkLst>
        </pc:picChg>
      </pc:sldChg>
      <pc:sldChg chg="addSp delSp modSp new mod">
        <pc:chgData name="Lu, Thao" userId="927168eb-671f-41cf-b697-e83b9537c553" providerId="ADAL" clId="{1B86B4BB-4C37-43BE-8D64-71ED6C674608}" dt="2026-05-28T18:30:25.711" v="16332" actId="1076"/>
        <pc:sldMkLst>
          <pc:docMk/>
          <pc:sldMk cId="1608770339" sldId="270"/>
        </pc:sldMkLst>
        <pc:spChg chg="del mod">
          <ac:chgData name="Lu, Thao" userId="927168eb-671f-41cf-b697-e83b9537c553" providerId="ADAL" clId="{1B86B4BB-4C37-43BE-8D64-71ED6C674608}" dt="2026-05-28T14:20:03.469" v="16172" actId="478"/>
          <ac:spMkLst>
            <pc:docMk/>
            <pc:sldMk cId="1608770339" sldId="270"/>
            <ac:spMk id="2" creationId="{B6B01617-4584-BB0C-0377-0C476479476F}"/>
          </ac:spMkLst>
        </pc:spChg>
        <pc:spChg chg="del mod">
          <ac:chgData name="Lu, Thao" userId="927168eb-671f-41cf-b697-e83b9537c553" providerId="ADAL" clId="{1B86B4BB-4C37-43BE-8D64-71ED6C674608}" dt="2026-05-28T14:20:21.041" v="16175" actId="478"/>
          <ac:spMkLst>
            <pc:docMk/>
            <pc:sldMk cId="1608770339" sldId="270"/>
            <ac:spMk id="3" creationId="{70F5DFA4-4365-7002-75FB-D3FB64FFDB50}"/>
          </ac:spMkLst>
        </pc:spChg>
        <pc:spChg chg="add mod">
          <ac:chgData name="Lu, Thao" userId="927168eb-671f-41cf-b697-e83b9537c553" providerId="ADAL" clId="{1B86B4BB-4C37-43BE-8D64-71ED6C674608}" dt="2026-05-28T16:11:02.529" v="16317" actId="313"/>
          <ac:spMkLst>
            <pc:docMk/>
            <pc:sldMk cId="1608770339" sldId="270"/>
            <ac:spMk id="4" creationId="{F797B821-3C3F-6A21-CA94-900FAF341595}"/>
          </ac:spMkLst>
        </pc:spChg>
        <pc:spChg chg="add del mod">
          <ac:chgData name="Lu, Thao" userId="927168eb-671f-41cf-b697-e83b9537c553" providerId="ADAL" clId="{1B86B4BB-4C37-43BE-8D64-71ED6C674608}" dt="2026-05-28T16:10:12.894" v="16260" actId="1076"/>
          <ac:spMkLst>
            <pc:docMk/>
            <pc:sldMk cId="1608770339" sldId="270"/>
            <ac:spMk id="9" creationId="{21444152-302C-DD67-0455-75037AD1A023}"/>
          </ac:spMkLst>
        </pc:spChg>
        <pc:spChg chg="add mod">
          <ac:chgData name="Lu, Thao" userId="927168eb-671f-41cf-b697-e83b9537c553" providerId="ADAL" clId="{1B86B4BB-4C37-43BE-8D64-71ED6C674608}" dt="2026-05-28T16:10:07.836" v="16258" actId="115"/>
          <ac:spMkLst>
            <pc:docMk/>
            <pc:sldMk cId="1608770339" sldId="270"/>
            <ac:spMk id="10" creationId="{5149F416-3CC3-3EB4-E691-475458587F04}"/>
          </ac:spMkLst>
        </pc:spChg>
        <pc:spChg chg="add mod">
          <ac:chgData name="Lu, Thao" userId="927168eb-671f-41cf-b697-e83b9537c553" providerId="ADAL" clId="{1B86B4BB-4C37-43BE-8D64-71ED6C674608}" dt="2026-05-28T16:10:15.328" v="16261" actId="115"/>
          <ac:spMkLst>
            <pc:docMk/>
            <pc:sldMk cId="1608770339" sldId="270"/>
            <ac:spMk id="11" creationId="{D360B533-1398-EFFE-0441-D84D4063FC8F}"/>
          </ac:spMkLst>
        </pc:spChg>
        <pc:spChg chg="add mod">
          <ac:chgData name="Lu, Thao" userId="927168eb-671f-41cf-b697-e83b9537c553" providerId="ADAL" clId="{1B86B4BB-4C37-43BE-8D64-71ED6C674608}" dt="2026-05-28T18:30:25.711" v="16332" actId="1076"/>
          <ac:spMkLst>
            <pc:docMk/>
            <pc:sldMk cId="1608770339" sldId="270"/>
            <ac:spMk id="12" creationId="{C8BF1F31-E234-A896-AB4F-713BB93E808C}"/>
          </ac:spMkLst>
        </pc:spChg>
        <pc:spChg chg="add del mod">
          <ac:chgData name="Lu, Thao" userId="927168eb-671f-41cf-b697-e83b9537c553" providerId="ADAL" clId="{1B86B4BB-4C37-43BE-8D64-71ED6C674608}" dt="2026-05-28T15:00:37.525" v="16248" actId="14100"/>
          <ac:spMkLst>
            <pc:docMk/>
            <pc:sldMk cId="1608770339" sldId="270"/>
            <ac:spMk id="13" creationId="{EF4C2755-AE9C-E24A-9C08-BFE0F012AEE7}"/>
          </ac:spMkLst>
        </pc:spChg>
        <pc:spChg chg="add mod">
          <ac:chgData name="Lu, Thao" userId="927168eb-671f-41cf-b697-e83b9537c553" providerId="ADAL" clId="{1B86B4BB-4C37-43BE-8D64-71ED6C674608}" dt="2026-05-28T15:00:32.983" v="16247" actId="14100"/>
          <ac:spMkLst>
            <pc:docMk/>
            <pc:sldMk cId="1608770339" sldId="270"/>
            <ac:spMk id="14" creationId="{EB4A146D-06E0-CD7E-5C79-463234E2F0F2}"/>
          </ac:spMkLst>
        </pc:spChg>
        <pc:spChg chg="add del mod">
          <ac:chgData name="Lu, Thao" userId="927168eb-671f-41cf-b697-e83b9537c553" providerId="ADAL" clId="{1B86B4BB-4C37-43BE-8D64-71ED6C674608}" dt="2026-05-28T14:22:34.533" v="16209" actId="478"/>
          <ac:spMkLst>
            <pc:docMk/>
            <pc:sldMk cId="1608770339" sldId="270"/>
            <ac:spMk id="15" creationId="{0EF60267-AA25-3F1F-3231-E03B2BA84E1B}"/>
          </ac:spMkLst>
        </pc:spChg>
        <pc:picChg chg="add mod">
          <ac:chgData name="Lu, Thao" userId="927168eb-671f-41cf-b697-e83b9537c553" providerId="ADAL" clId="{1B86B4BB-4C37-43BE-8D64-71ED6C674608}" dt="2026-05-28T14:20:56.988" v="16184" actId="1076"/>
          <ac:picMkLst>
            <pc:docMk/>
            <pc:sldMk cId="1608770339" sldId="270"/>
            <ac:picMk id="5" creationId="{0EBE26B8-FB80-6648-1E60-825E1AAC99B8}"/>
          </ac:picMkLst>
        </pc:picChg>
        <pc:picChg chg="add mod">
          <ac:chgData name="Lu, Thao" userId="927168eb-671f-41cf-b697-e83b9537c553" providerId="ADAL" clId="{1B86B4BB-4C37-43BE-8D64-71ED6C674608}" dt="2026-05-28T14:25:02.409" v="16240" actId="1076"/>
          <ac:picMkLst>
            <pc:docMk/>
            <pc:sldMk cId="1608770339" sldId="270"/>
            <ac:picMk id="6" creationId="{CEC42C60-6EB3-89F5-1090-D66431641C39}"/>
          </ac:picMkLst>
        </pc:picChg>
        <pc:picChg chg="add mod">
          <ac:chgData name="Lu, Thao" userId="927168eb-671f-41cf-b697-e83b9537c553" providerId="ADAL" clId="{1B86B4BB-4C37-43BE-8D64-71ED6C674608}" dt="2026-05-28T14:19:50.947" v="16166"/>
          <ac:picMkLst>
            <pc:docMk/>
            <pc:sldMk cId="1608770339" sldId="270"/>
            <ac:picMk id="7" creationId="{EE31C186-3FA1-4BB4-89BC-175CE5EB6469}"/>
          </ac:picMkLst>
        </pc:picChg>
        <pc:picChg chg="add mod">
          <ac:chgData name="Lu, Thao" userId="927168eb-671f-41cf-b697-e83b9537c553" providerId="ADAL" clId="{1B86B4BB-4C37-43BE-8D64-71ED6C674608}" dt="2026-05-28T16:01:52.482" v="16250" actId="14100"/>
          <ac:picMkLst>
            <pc:docMk/>
            <pc:sldMk cId="1608770339" sldId="270"/>
            <ac:picMk id="8" creationId="{30FB3466-3C4C-FE63-717A-3C864F490597}"/>
          </ac:picMkLst>
        </pc:picChg>
        <pc:cxnChg chg="add mod">
          <ac:chgData name="Lu, Thao" userId="927168eb-671f-41cf-b697-e83b9537c553" providerId="ADAL" clId="{1B86B4BB-4C37-43BE-8D64-71ED6C674608}" dt="2026-05-28T14:25:48.006" v="16246" actId="14100"/>
          <ac:cxnSpMkLst>
            <pc:docMk/>
            <pc:sldMk cId="1608770339" sldId="270"/>
            <ac:cxnSpMk id="17" creationId="{E0CEB287-9513-0127-506C-CD0DC08C39DC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676947F-EDF3-436A-85EB-CE1E2BA4A68E}" type="doc">
      <dgm:prSet loTypeId="urn:microsoft.com/office/officeart/2005/8/layout/chevron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8291A94-D2B5-423D-AC5D-B97ABF6F900B}">
      <dgm:prSet/>
      <dgm:spPr/>
      <dgm:t>
        <a:bodyPr/>
        <a:lstStyle/>
        <a:p>
          <a:r>
            <a:rPr lang="en-US" b="1" dirty="0"/>
            <a:t>Goal</a:t>
          </a:r>
          <a:endParaRPr lang="en-US" dirty="0"/>
        </a:p>
      </dgm:t>
    </dgm:pt>
    <dgm:pt modelId="{F30E89BE-7A46-4E4E-95F6-E1D1D5E32568}" type="parTrans" cxnId="{3B45105A-9994-4BB4-8885-ACB96A9324F4}">
      <dgm:prSet/>
      <dgm:spPr/>
      <dgm:t>
        <a:bodyPr/>
        <a:lstStyle/>
        <a:p>
          <a:endParaRPr lang="en-US"/>
        </a:p>
      </dgm:t>
    </dgm:pt>
    <dgm:pt modelId="{1063205C-8723-4A47-B667-09E1841287F4}" type="sibTrans" cxnId="{3B45105A-9994-4BB4-8885-ACB96A9324F4}">
      <dgm:prSet/>
      <dgm:spPr/>
      <dgm:t>
        <a:bodyPr/>
        <a:lstStyle/>
        <a:p>
          <a:endParaRPr lang="en-US"/>
        </a:p>
      </dgm:t>
    </dgm:pt>
    <dgm:pt modelId="{DA750C40-9AF6-4EED-BD72-800A5CB66958}">
      <dgm:prSet custT="1"/>
      <dgm:spPr/>
      <dgm:t>
        <a:bodyPr/>
        <a:lstStyle/>
        <a:p>
          <a:r>
            <a:rPr lang="en-US" sz="2000" dirty="0"/>
            <a:t>Predicting future monthly wholesale price for 3 target chicken drivers: breasts, leg quarters, and wings.</a:t>
          </a:r>
        </a:p>
      </dgm:t>
    </dgm:pt>
    <dgm:pt modelId="{A21D27BD-D91D-4E14-847F-BCC86A7B0264}" type="parTrans" cxnId="{B39E54B2-512A-4E33-8064-3095FF71DBBC}">
      <dgm:prSet/>
      <dgm:spPr/>
      <dgm:t>
        <a:bodyPr/>
        <a:lstStyle/>
        <a:p>
          <a:endParaRPr lang="en-US"/>
        </a:p>
      </dgm:t>
    </dgm:pt>
    <dgm:pt modelId="{115C11C3-67D5-495B-B607-AF24DCFA077E}" type="sibTrans" cxnId="{B39E54B2-512A-4E33-8064-3095FF71DBBC}">
      <dgm:prSet/>
      <dgm:spPr/>
      <dgm:t>
        <a:bodyPr/>
        <a:lstStyle/>
        <a:p>
          <a:endParaRPr lang="en-US"/>
        </a:p>
      </dgm:t>
    </dgm:pt>
    <dgm:pt modelId="{A4386A2C-D21E-46D0-9A1F-7A13E78217CE}">
      <dgm:prSet/>
      <dgm:spPr/>
      <dgm:t>
        <a:bodyPr/>
        <a:lstStyle/>
        <a:p>
          <a:r>
            <a:rPr lang="en-US" b="1" dirty="0"/>
            <a:t>Why </a:t>
          </a:r>
          <a:endParaRPr lang="en-US" dirty="0"/>
        </a:p>
      </dgm:t>
    </dgm:pt>
    <dgm:pt modelId="{E953FCDE-9EA7-4287-A7A3-405ADBA8850F}" type="parTrans" cxnId="{606F03A0-45AE-4448-863C-7204D835D127}">
      <dgm:prSet/>
      <dgm:spPr/>
      <dgm:t>
        <a:bodyPr/>
        <a:lstStyle/>
        <a:p>
          <a:endParaRPr lang="en-US"/>
        </a:p>
      </dgm:t>
    </dgm:pt>
    <dgm:pt modelId="{E6C890F8-A281-4369-B04C-57D08FD76FFD}" type="sibTrans" cxnId="{606F03A0-45AE-4448-863C-7204D835D127}">
      <dgm:prSet/>
      <dgm:spPr/>
      <dgm:t>
        <a:bodyPr/>
        <a:lstStyle/>
        <a:p>
          <a:endParaRPr lang="en-US"/>
        </a:p>
      </dgm:t>
    </dgm:pt>
    <dgm:pt modelId="{DB6F0E74-9F39-4E6D-AFE6-506C56589EAF}">
      <dgm:prSet custT="1"/>
      <dgm:spPr/>
      <dgm:t>
        <a:bodyPr/>
        <a:lstStyle/>
        <a:p>
          <a:r>
            <a:rPr lang="en-US" sz="2000" dirty="0"/>
            <a:t>Contributes to predicting Tyson’s annual operating revenue for poultry</a:t>
          </a:r>
        </a:p>
      </dgm:t>
    </dgm:pt>
    <dgm:pt modelId="{554E9DCA-540E-491F-8602-7F8CBF081027}" type="parTrans" cxnId="{A0559F97-F929-4947-B247-0D88715F827A}">
      <dgm:prSet/>
      <dgm:spPr/>
      <dgm:t>
        <a:bodyPr/>
        <a:lstStyle/>
        <a:p>
          <a:endParaRPr lang="en-US"/>
        </a:p>
      </dgm:t>
    </dgm:pt>
    <dgm:pt modelId="{AD706546-C0D9-4029-BEFC-FE447B96A4EF}" type="sibTrans" cxnId="{A0559F97-F929-4947-B247-0D88715F827A}">
      <dgm:prSet/>
      <dgm:spPr/>
      <dgm:t>
        <a:bodyPr/>
        <a:lstStyle/>
        <a:p>
          <a:endParaRPr lang="en-US"/>
        </a:p>
      </dgm:t>
    </dgm:pt>
    <dgm:pt modelId="{33105ECB-31FF-41B2-A88E-AE5C1FA15812}">
      <dgm:prSet custT="1"/>
      <dgm:spPr/>
      <dgm:t>
        <a:bodyPr/>
        <a:lstStyle/>
        <a:p>
          <a:r>
            <a:rPr lang="en-US" sz="2000" dirty="0"/>
            <a:t>Helps Tyson with budget planning, and supply/demand planning for poultry.</a:t>
          </a:r>
        </a:p>
      </dgm:t>
    </dgm:pt>
    <dgm:pt modelId="{55168421-A78C-4F5D-B2FA-13F866091EF8}" type="parTrans" cxnId="{A851ADE4-9676-4306-AC4D-5F1A45488A5B}">
      <dgm:prSet/>
      <dgm:spPr/>
      <dgm:t>
        <a:bodyPr/>
        <a:lstStyle/>
        <a:p>
          <a:endParaRPr lang="en-US"/>
        </a:p>
      </dgm:t>
    </dgm:pt>
    <dgm:pt modelId="{8190F352-AE0B-46FD-9BEB-EFEC9171CB8D}" type="sibTrans" cxnId="{A851ADE4-9676-4306-AC4D-5F1A45488A5B}">
      <dgm:prSet/>
      <dgm:spPr/>
      <dgm:t>
        <a:bodyPr/>
        <a:lstStyle/>
        <a:p>
          <a:endParaRPr lang="en-US"/>
        </a:p>
      </dgm:t>
    </dgm:pt>
    <dgm:pt modelId="{A69FC8E9-6DF2-4632-9982-153DBA1561C1}">
      <dgm:prSet/>
      <dgm:spPr/>
      <dgm:t>
        <a:bodyPr/>
        <a:lstStyle/>
        <a:p>
          <a:r>
            <a:rPr lang="en-US" b="1" dirty="0"/>
            <a:t>Approach</a:t>
          </a:r>
          <a:endParaRPr lang="en-US" dirty="0"/>
        </a:p>
      </dgm:t>
    </dgm:pt>
    <dgm:pt modelId="{5A423179-D715-4EFF-89A2-A2CC60EF92E2}" type="parTrans" cxnId="{F8634259-BA5D-4784-A837-E365A1083CD9}">
      <dgm:prSet/>
      <dgm:spPr/>
      <dgm:t>
        <a:bodyPr/>
        <a:lstStyle/>
        <a:p>
          <a:endParaRPr lang="en-US"/>
        </a:p>
      </dgm:t>
    </dgm:pt>
    <dgm:pt modelId="{AC902F55-268E-4C65-A860-BE93E71D43EB}" type="sibTrans" cxnId="{F8634259-BA5D-4784-A837-E365A1083CD9}">
      <dgm:prSet/>
      <dgm:spPr/>
      <dgm:t>
        <a:bodyPr/>
        <a:lstStyle/>
        <a:p>
          <a:endParaRPr lang="en-US"/>
        </a:p>
      </dgm:t>
    </dgm:pt>
    <dgm:pt modelId="{760B6E56-B8A9-4526-AC5E-AE0CBBF8CD5B}">
      <dgm:prSet custT="1"/>
      <dgm:spPr/>
      <dgm:t>
        <a:bodyPr/>
        <a:lstStyle/>
        <a:p>
          <a:r>
            <a:rPr lang="en-US" sz="2000" dirty="0"/>
            <a:t>Focus on solely one driver first - chicken breast, and build a good forecasting model on it. Then do the same for the other two.</a:t>
          </a:r>
        </a:p>
      </dgm:t>
    </dgm:pt>
    <dgm:pt modelId="{71467268-B477-457C-BE8F-EEAF3C2D2230}" type="parTrans" cxnId="{2F4ADD7D-44D3-4483-987F-F4083E97F326}">
      <dgm:prSet/>
      <dgm:spPr/>
      <dgm:t>
        <a:bodyPr/>
        <a:lstStyle/>
        <a:p>
          <a:endParaRPr lang="en-US"/>
        </a:p>
      </dgm:t>
    </dgm:pt>
    <dgm:pt modelId="{238030E5-EAA9-4E72-B36A-9A5E12EB2CEF}" type="sibTrans" cxnId="{2F4ADD7D-44D3-4483-987F-F4083E97F326}">
      <dgm:prSet/>
      <dgm:spPr/>
      <dgm:t>
        <a:bodyPr/>
        <a:lstStyle/>
        <a:p>
          <a:endParaRPr lang="en-US"/>
        </a:p>
      </dgm:t>
    </dgm:pt>
    <dgm:pt modelId="{5CF91838-8A3A-4532-B6EB-2C222CAF71A2}" type="pres">
      <dgm:prSet presAssocID="{0676947F-EDF3-436A-85EB-CE1E2BA4A68E}" presName="Name0" presStyleCnt="0">
        <dgm:presLayoutVars>
          <dgm:dir/>
          <dgm:animLvl val="lvl"/>
          <dgm:resizeHandles val="exact"/>
        </dgm:presLayoutVars>
      </dgm:prSet>
      <dgm:spPr/>
    </dgm:pt>
    <dgm:pt modelId="{93040654-E78C-4702-A031-865750680EB3}" type="pres">
      <dgm:prSet presAssocID="{68291A94-D2B5-423D-AC5D-B97ABF6F900B}" presName="composite" presStyleCnt="0"/>
      <dgm:spPr/>
    </dgm:pt>
    <dgm:pt modelId="{E788594C-BBEC-4075-81D4-7D37F71B7385}" type="pres">
      <dgm:prSet presAssocID="{68291A94-D2B5-423D-AC5D-B97ABF6F900B}" presName="par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B22EAB41-656E-401F-83B1-565E54DBCDEE}" type="pres">
      <dgm:prSet presAssocID="{68291A94-D2B5-423D-AC5D-B97ABF6F900B}" presName="desTx" presStyleLbl="revTx" presStyleIdx="0" presStyleCnt="3">
        <dgm:presLayoutVars>
          <dgm:bulletEnabled val="1"/>
        </dgm:presLayoutVars>
      </dgm:prSet>
      <dgm:spPr/>
    </dgm:pt>
    <dgm:pt modelId="{495AD29A-8DB3-44BD-87B8-29808A3796F7}" type="pres">
      <dgm:prSet presAssocID="{1063205C-8723-4A47-B667-09E1841287F4}" presName="space" presStyleCnt="0"/>
      <dgm:spPr/>
    </dgm:pt>
    <dgm:pt modelId="{2C5CAFAD-B22F-4133-9FFC-A7075B0F1116}" type="pres">
      <dgm:prSet presAssocID="{A4386A2C-D21E-46D0-9A1F-7A13E78217CE}" presName="composite" presStyleCnt="0"/>
      <dgm:spPr/>
    </dgm:pt>
    <dgm:pt modelId="{6384171F-06A4-47DA-AFAD-8DD99B7C9320}" type="pres">
      <dgm:prSet presAssocID="{A4386A2C-D21E-46D0-9A1F-7A13E78217CE}" presName="par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22532F33-296A-4C2E-A38F-4F1C41375ECB}" type="pres">
      <dgm:prSet presAssocID="{A4386A2C-D21E-46D0-9A1F-7A13E78217CE}" presName="desTx" presStyleLbl="revTx" presStyleIdx="1" presStyleCnt="3">
        <dgm:presLayoutVars>
          <dgm:bulletEnabled val="1"/>
        </dgm:presLayoutVars>
      </dgm:prSet>
      <dgm:spPr/>
    </dgm:pt>
    <dgm:pt modelId="{4CCD6B3A-2454-4B30-B7F2-3995B8EE0B8A}" type="pres">
      <dgm:prSet presAssocID="{E6C890F8-A281-4369-B04C-57D08FD76FFD}" presName="space" presStyleCnt="0"/>
      <dgm:spPr/>
    </dgm:pt>
    <dgm:pt modelId="{797C4194-5C79-4DEB-BDBD-A409C369A8B3}" type="pres">
      <dgm:prSet presAssocID="{A69FC8E9-6DF2-4632-9982-153DBA1561C1}" presName="composite" presStyleCnt="0"/>
      <dgm:spPr/>
    </dgm:pt>
    <dgm:pt modelId="{20501CD3-0C2C-43BB-A62A-0A9383D8E5A8}" type="pres">
      <dgm:prSet presAssocID="{A69FC8E9-6DF2-4632-9982-153DBA1561C1}" presName="par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263FF728-5DEA-4C5A-B7AB-33E21D88AB6A}" type="pres">
      <dgm:prSet presAssocID="{A69FC8E9-6DF2-4632-9982-153DBA1561C1}" presName="desTx" presStyleLbl="revTx" presStyleIdx="2" presStyleCnt="3">
        <dgm:presLayoutVars>
          <dgm:bulletEnabled val="1"/>
        </dgm:presLayoutVars>
      </dgm:prSet>
      <dgm:spPr/>
    </dgm:pt>
  </dgm:ptLst>
  <dgm:cxnLst>
    <dgm:cxn modelId="{DBB29630-DF5B-47FE-925F-64CD6672664F}" type="presOf" srcId="{760B6E56-B8A9-4526-AC5E-AE0CBBF8CD5B}" destId="{263FF728-5DEA-4C5A-B7AB-33E21D88AB6A}" srcOrd="0" destOrd="0" presId="urn:microsoft.com/office/officeart/2005/8/layout/chevron1"/>
    <dgm:cxn modelId="{B75B3A3E-90F5-48D5-B920-2542EEA5248A}" type="presOf" srcId="{DB6F0E74-9F39-4E6D-AFE6-506C56589EAF}" destId="{22532F33-296A-4C2E-A38F-4F1C41375ECB}" srcOrd="0" destOrd="0" presId="urn:microsoft.com/office/officeart/2005/8/layout/chevron1"/>
    <dgm:cxn modelId="{1D774C5B-D2DB-4D5E-837A-9952573EE522}" type="presOf" srcId="{0676947F-EDF3-436A-85EB-CE1E2BA4A68E}" destId="{5CF91838-8A3A-4532-B6EB-2C222CAF71A2}" srcOrd="0" destOrd="0" presId="urn:microsoft.com/office/officeart/2005/8/layout/chevron1"/>
    <dgm:cxn modelId="{5475F666-959F-431F-A3E9-9EA7D2975100}" type="presOf" srcId="{DA750C40-9AF6-4EED-BD72-800A5CB66958}" destId="{B22EAB41-656E-401F-83B1-565E54DBCDEE}" srcOrd="0" destOrd="0" presId="urn:microsoft.com/office/officeart/2005/8/layout/chevron1"/>
    <dgm:cxn modelId="{1958E149-0441-4040-AE9E-673F17E50450}" type="presOf" srcId="{A69FC8E9-6DF2-4632-9982-153DBA1561C1}" destId="{20501CD3-0C2C-43BB-A62A-0A9383D8E5A8}" srcOrd="0" destOrd="0" presId="urn:microsoft.com/office/officeart/2005/8/layout/chevron1"/>
    <dgm:cxn modelId="{7DE8FA49-30B9-4F3F-82BA-9A0ECC64776F}" type="presOf" srcId="{A4386A2C-D21E-46D0-9A1F-7A13E78217CE}" destId="{6384171F-06A4-47DA-AFAD-8DD99B7C9320}" srcOrd="0" destOrd="0" presId="urn:microsoft.com/office/officeart/2005/8/layout/chevron1"/>
    <dgm:cxn modelId="{F8634259-BA5D-4784-A837-E365A1083CD9}" srcId="{0676947F-EDF3-436A-85EB-CE1E2BA4A68E}" destId="{A69FC8E9-6DF2-4632-9982-153DBA1561C1}" srcOrd="2" destOrd="0" parTransId="{5A423179-D715-4EFF-89A2-A2CC60EF92E2}" sibTransId="{AC902F55-268E-4C65-A860-BE93E71D43EB}"/>
    <dgm:cxn modelId="{0C19E379-E312-43AF-9C21-FEAFE9B5183C}" type="presOf" srcId="{68291A94-D2B5-423D-AC5D-B97ABF6F900B}" destId="{E788594C-BBEC-4075-81D4-7D37F71B7385}" srcOrd="0" destOrd="0" presId="urn:microsoft.com/office/officeart/2005/8/layout/chevron1"/>
    <dgm:cxn modelId="{3B45105A-9994-4BB4-8885-ACB96A9324F4}" srcId="{0676947F-EDF3-436A-85EB-CE1E2BA4A68E}" destId="{68291A94-D2B5-423D-AC5D-B97ABF6F900B}" srcOrd="0" destOrd="0" parTransId="{F30E89BE-7A46-4E4E-95F6-E1D1D5E32568}" sibTransId="{1063205C-8723-4A47-B667-09E1841287F4}"/>
    <dgm:cxn modelId="{2F4ADD7D-44D3-4483-987F-F4083E97F326}" srcId="{A69FC8E9-6DF2-4632-9982-153DBA1561C1}" destId="{760B6E56-B8A9-4526-AC5E-AE0CBBF8CD5B}" srcOrd="0" destOrd="0" parTransId="{71467268-B477-457C-BE8F-EEAF3C2D2230}" sibTransId="{238030E5-EAA9-4E72-B36A-9A5E12EB2CEF}"/>
    <dgm:cxn modelId="{A0559F97-F929-4947-B247-0D88715F827A}" srcId="{A4386A2C-D21E-46D0-9A1F-7A13E78217CE}" destId="{DB6F0E74-9F39-4E6D-AFE6-506C56589EAF}" srcOrd="0" destOrd="0" parTransId="{554E9DCA-540E-491F-8602-7F8CBF081027}" sibTransId="{AD706546-C0D9-4029-BEFC-FE447B96A4EF}"/>
    <dgm:cxn modelId="{606F03A0-45AE-4448-863C-7204D835D127}" srcId="{0676947F-EDF3-436A-85EB-CE1E2BA4A68E}" destId="{A4386A2C-D21E-46D0-9A1F-7A13E78217CE}" srcOrd="1" destOrd="0" parTransId="{E953FCDE-9EA7-4287-A7A3-405ADBA8850F}" sibTransId="{E6C890F8-A281-4369-B04C-57D08FD76FFD}"/>
    <dgm:cxn modelId="{B39E54B2-512A-4E33-8064-3095FF71DBBC}" srcId="{68291A94-D2B5-423D-AC5D-B97ABF6F900B}" destId="{DA750C40-9AF6-4EED-BD72-800A5CB66958}" srcOrd="0" destOrd="0" parTransId="{A21D27BD-D91D-4E14-847F-BCC86A7B0264}" sibTransId="{115C11C3-67D5-495B-B607-AF24DCFA077E}"/>
    <dgm:cxn modelId="{A851ADE4-9676-4306-AC4D-5F1A45488A5B}" srcId="{A4386A2C-D21E-46D0-9A1F-7A13E78217CE}" destId="{33105ECB-31FF-41B2-A88E-AE5C1FA15812}" srcOrd="1" destOrd="0" parTransId="{55168421-A78C-4F5D-B2FA-13F866091EF8}" sibTransId="{8190F352-AE0B-46FD-9BEB-EFEC9171CB8D}"/>
    <dgm:cxn modelId="{6FC869ED-0D80-4D45-899D-7C0EB33D3D40}" type="presOf" srcId="{33105ECB-31FF-41B2-A88E-AE5C1FA15812}" destId="{22532F33-296A-4C2E-A38F-4F1C41375ECB}" srcOrd="0" destOrd="1" presId="urn:microsoft.com/office/officeart/2005/8/layout/chevron1"/>
    <dgm:cxn modelId="{71DD7729-9722-46E1-A4E3-5D0B05B075D1}" type="presParOf" srcId="{5CF91838-8A3A-4532-B6EB-2C222CAF71A2}" destId="{93040654-E78C-4702-A031-865750680EB3}" srcOrd="0" destOrd="0" presId="urn:microsoft.com/office/officeart/2005/8/layout/chevron1"/>
    <dgm:cxn modelId="{4B58626E-EA6A-44FC-A864-C32C4F810B60}" type="presParOf" srcId="{93040654-E78C-4702-A031-865750680EB3}" destId="{E788594C-BBEC-4075-81D4-7D37F71B7385}" srcOrd="0" destOrd="0" presId="urn:microsoft.com/office/officeart/2005/8/layout/chevron1"/>
    <dgm:cxn modelId="{EBA47A09-0C3F-434B-8CE7-0C2F79D85619}" type="presParOf" srcId="{93040654-E78C-4702-A031-865750680EB3}" destId="{B22EAB41-656E-401F-83B1-565E54DBCDEE}" srcOrd="1" destOrd="0" presId="urn:microsoft.com/office/officeart/2005/8/layout/chevron1"/>
    <dgm:cxn modelId="{5673C966-A2E8-4C82-A892-649419E5B61B}" type="presParOf" srcId="{5CF91838-8A3A-4532-B6EB-2C222CAF71A2}" destId="{495AD29A-8DB3-44BD-87B8-29808A3796F7}" srcOrd="1" destOrd="0" presId="urn:microsoft.com/office/officeart/2005/8/layout/chevron1"/>
    <dgm:cxn modelId="{85E7F63B-0020-4D6B-9C41-297B48F0139A}" type="presParOf" srcId="{5CF91838-8A3A-4532-B6EB-2C222CAF71A2}" destId="{2C5CAFAD-B22F-4133-9FFC-A7075B0F1116}" srcOrd="2" destOrd="0" presId="urn:microsoft.com/office/officeart/2005/8/layout/chevron1"/>
    <dgm:cxn modelId="{42EE60CD-D651-40DF-ACEB-65EA2EA5FA8F}" type="presParOf" srcId="{2C5CAFAD-B22F-4133-9FFC-A7075B0F1116}" destId="{6384171F-06A4-47DA-AFAD-8DD99B7C9320}" srcOrd="0" destOrd="0" presId="urn:microsoft.com/office/officeart/2005/8/layout/chevron1"/>
    <dgm:cxn modelId="{69CB9C1D-1559-4A1E-A2EC-C9A57C269861}" type="presParOf" srcId="{2C5CAFAD-B22F-4133-9FFC-A7075B0F1116}" destId="{22532F33-296A-4C2E-A38F-4F1C41375ECB}" srcOrd="1" destOrd="0" presId="urn:microsoft.com/office/officeart/2005/8/layout/chevron1"/>
    <dgm:cxn modelId="{04CF8257-D656-405B-8354-FF0D4FB8D699}" type="presParOf" srcId="{5CF91838-8A3A-4532-B6EB-2C222CAF71A2}" destId="{4CCD6B3A-2454-4B30-B7F2-3995B8EE0B8A}" srcOrd="3" destOrd="0" presId="urn:microsoft.com/office/officeart/2005/8/layout/chevron1"/>
    <dgm:cxn modelId="{9CB47010-0935-442B-B392-CC262ACE86D7}" type="presParOf" srcId="{5CF91838-8A3A-4532-B6EB-2C222CAF71A2}" destId="{797C4194-5C79-4DEB-BDBD-A409C369A8B3}" srcOrd="4" destOrd="0" presId="urn:microsoft.com/office/officeart/2005/8/layout/chevron1"/>
    <dgm:cxn modelId="{C8DF55AF-5BC4-40F2-8D39-D2CE4BD77CD7}" type="presParOf" srcId="{797C4194-5C79-4DEB-BDBD-A409C369A8B3}" destId="{20501CD3-0C2C-43BB-A62A-0A9383D8E5A8}" srcOrd="0" destOrd="0" presId="urn:microsoft.com/office/officeart/2005/8/layout/chevron1"/>
    <dgm:cxn modelId="{47390AC7-8599-4EC7-96B3-2C19BFDDFC64}" type="presParOf" srcId="{797C4194-5C79-4DEB-BDBD-A409C369A8B3}" destId="{263FF728-5DEA-4C5A-B7AB-33E21D88AB6A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ECAE4A-D327-4899-BFFB-9B7673D2329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E636204-89EC-4868-9DEB-E251A0148D6C}">
      <dgm:prSet/>
      <dgm:spPr/>
      <dgm:t>
        <a:bodyPr/>
        <a:lstStyle/>
        <a:p>
          <a:r>
            <a:rPr lang="en-US" b="1"/>
            <a:t>Data preparation: </a:t>
          </a:r>
          <a:endParaRPr lang="en-US"/>
        </a:p>
      </dgm:t>
    </dgm:pt>
    <dgm:pt modelId="{4F0679B7-5935-48DE-B600-14B17E6E9DE0}" type="parTrans" cxnId="{7E385FD0-CF50-4C18-AEA2-C758967FB576}">
      <dgm:prSet/>
      <dgm:spPr/>
      <dgm:t>
        <a:bodyPr/>
        <a:lstStyle/>
        <a:p>
          <a:endParaRPr lang="en-US"/>
        </a:p>
      </dgm:t>
    </dgm:pt>
    <dgm:pt modelId="{1E300A92-2D2D-4FD7-B7E6-5CA3DD071BBA}" type="sibTrans" cxnId="{7E385FD0-CF50-4C18-AEA2-C758967FB576}">
      <dgm:prSet/>
      <dgm:spPr/>
      <dgm:t>
        <a:bodyPr/>
        <a:lstStyle/>
        <a:p>
          <a:endParaRPr lang="en-US"/>
        </a:p>
      </dgm:t>
    </dgm:pt>
    <dgm:pt modelId="{9FA21474-4309-4D4C-9C5A-D58C6D078C5E}">
      <dgm:prSet/>
      <dgm:spPr/>
      <dgm:t>
        <a:bodyPr/>
        <a:lstStyle/>
        <a:p>
          <a:r>
            <a:rPr lang="en-US" dirty="0"/>
            <a:t>Import the dataset with monthly chicken prices from 2001 - 2026</a:t>
          </a:r>
        </a:p>
      </dgm:t>
    </dgm:pt>
    <dgm:pt modelId="{709C4F26-B8D0-4413-8242-E25E342555EF}" type="parTrans" cxnId="{AE35100F-A016-4BBA-A800-48642A834911}">
      <dgm:prSet/>
      <dgm:spPr/>
      <dgm:t>
        <a:bodyPr/>
        <a:lstStyle/>
        <a:p>
          <a:endParaRPr lang="en-US"/>
        </a:p>
      </dgm:t>
    </dgm:pt>
    <dgm:pt modelId="{2D74616A-FF98-45E8-A7F5-371B6EBF0DDD}" type="sibTrans" cxnId="{AE35100F-A016-4BBA-A800-48642A834911}">
      <dgm:prSet/>
      <dgm:spPr/>
      <dgm:t>
        <a:bodyPr/>
        <a:lstStyle/>
        <a:p>
          <a:endParaRPr lang="en-US"/>
        </a:p>
      </dgm:t>
    </dgm:pt>
    <dgm:pt modelId="{CB5B57EC-C95C-4FFC-905E-2B7B0CD06659}">
      <dgm:prSet/>
      <dgm:spPr/>
      <dgm:t>
        <a:bodyPr/>
        <a:lstStyle/>
        <a:p>
          <a:r>
            <a:rPr lang="en-US" dirty="0"/>
            <a:t>Clean out NA rows , convert time series date column into date type and set the date column as index</a:t>
          </a:r>
        </a:p>
      </dgm:t>
    </dgm:pt>
    <dgm:pt modelId="{CD57E1EF-FC0D-48A1-839A-4801DAAB3C36}" type="parTrans" cxnId="{28BF5DAF-B61B-497B-BEA0-4E609103A148}">
      <dgm:prSet/>
      <dgm:spPr/>
      <dgm:t>
        <a:bodyPr/>
        <a:lstStyle/>
        <a:p>
          <a:endParaRPr lang="en-US"/>
        </a:p>
      </dgm:t>
    </dgm:pt>
    <dgm:pt modelId="{6826F227-22C7-43BE-B92A-079A5DB4F36F}" type="sibTrans" cxnId="{28BF5DAF-B61B-497B-BEA0-4E609103A148}">
      <dgm:prSet/>
      <dgm:spPr/>
      <dgm:t>
        <a:bodyPr/>
        <a:lstStyle/>
        <a:p>
          <a:endParaRPr lang="en-US"/>
        </a:p>
      </dgm:t>
    </dgm:pt>
    <dgm:pt modelId="{0D3CCCCD-863A-4E12-B2BC-BB6365959CED}">
      <dgm:prSet/>
      <dgm:spPr/>
      <dgm:t>
        <a:bodyPr/>
        <a:lstStyle/>
        <a:p>
          <a:r>
            <a:rPr lang="en-US" b="1"/>
            <a:t>Understanding data:</a:t>
          </a:r>
          <a:endParaRPr lang="en-US"/>
        </a:p>
      </dgm:t>
    </dgm:pt>
    <dgm:pt modelId="{6A4983A4-4FEF-43B1-B421-CE30062B0986}" type="parTrans" cxnId="{868B59E0-0196-4288-A4AC-DC245EF14767}">
      <dgm:prSet/>
      <dgm:spPr/>
      <dgm:t>
        <a:bodyPr/>
        <a:lstStyle/>
        <a:p>
          <a:endParaRPr lang="en-US"/>
        </a:p>
      </dgm:t>
    </dgm:pt>
    <dgm:pt modelId="{3508123D-9E0D-40E9-A025-597709E6D8EB}" type="sibTrans" cxnId="{868B59E0-0196-4288-A4AC-DC245EF14767}">
      <dgm:prSet/>
      <dgm:spPr/>
      <dgm:t>
        <a:bodyPr/>
        <a:lstStyle/>
        <a:p>
          <a:endParaRPr lang="en-US"/>
        </a:p>
      </dgm:t>
    </dgm:pt>
    <dgm:pt modelId="{FD894BF3-1F42-45B0-BF7B-DF39EFDC019C}">
      <dgm:prSet/>
      <dgm:spPr/>
      <dgm:t>
        <a:bodyPr/>
        <a:lstStyle/>
        <a:p>
          <a:r>
            <a:rPr lang="en-US" dirty="0"/>
            <a:t>Seasonality: monthly plot, quarterly plot, seasonal decomposition</a:t>
          </a:r>
        </a:p>
      </dgm:t>
    </dgm:pt>
    <dgm:pt modelId="{A145C49E-F99F-4468-B779-AAEEFC8AFB75}" type="parTrans" cxnId="{CD7E3EFF-B8B1-4925-BCF5-41D92FAEC32F}">
      <dgm:prSet/>
      <dgm:spPr/>
      <dgm:t>
        <a:bodyPr/>
        <a:lstStyle/>
        <a:p>
          <a:endParaRPr lang="en-US"/>
        </a:p>
      </dgm:t>
    </dgm:pt>
    <dgm:pt modelId="{8F4F5C2F-A31B-4B28-B264-129BB7873DFA}" type="sibTrans" cxnId="{CD7E3EFF-B8B1-4925-BCF5-41D92FAEC32F}">
      <dgm:prSet/>
      <dgm:spPr/>
      <dgm:t>
        <a:bodyPr/>
        <a:lstStyle/>
        <a:p>
          <a:endParaRPr lang="en-US"/>
        </a:p>
      </dgm:t>
    </dgm:pt>
    <dgm:pt modelId="{A4A9591C-7137-4217-AE90-397AF6180A22}">
      <dgm:prSet/>
      <dgm:spPr/>
      <dgm:t>
        <a:bodyPr/>
        <a:lstStyle/>
        <a:p>
          <a:r>
            <a:rPr lang="en-US"/>
            <a:t>ACF &amp; PACF Autocorrelation Graphs</a:t>
          </a:r>
        </a:p>
      </dgm:t>
    </dgm:pt>
    <dgm:pt modelId="{069FA289-45BD-495E-AEAA-AECDE3A8844F}" type="parTrans" cxnId="{A63C1AB9-F421-423B-A26B-2CBC5E0BBBE7}">
      <dgm:prSet/>
      <dgm:spPr/>
      <dgm:t>
        <a:bodyPr/>
        <a:lstStyle/>
        <a:p>
          <a:endParaRPr lang="en-US"/>
        </a:p>
      </dgm:t>
    </dgm:pt>
    <dgm:pt modelId="{127FF79F-5D60-4CCE-B974-492AFD21366E}" type="sibTrans" cxnId="{A63C1AB9-F421-423B-A26B-2CBC5E0BBBE7}">
      <dgm:prSet/>
      <dgm:spPr/>
      <dgm:t>
        <a:bodyPr/>
        <a:lstStyle/>
        <a:p>
          <a:endParaRPr lang="en-US"/>
        </a:p>
      </dgm:t>
    </dgm:pt>
    <dgm:pt modelId="{B64D5845-3D86-46F3-AA92-31056BAAA894}">
      <dgm:prSet/>
      <dgm:spPr/>
      <dgm:t>
        <a:bodyPr/>
        <a:lstStyle/>
        <a:p>
          <a:r>
            <a:rPr lang="en-US"/>
            <a:t>Stationarity: Augmented Dickey-Fuller (ADF) Test</a:t>
          </a:r>
        </a:p>
      </dgm:t>
    </dgm:pt>
    <dgm:pt modelId="{0103F3DA-F870-4B1E-A7C8-7AC227DB908B}" type="parTrans" cxnId="{C60F0772-AD15-4119-8E1B-B7A98840264F}">
      <dgm:prSet/>
      <dgm:spPr/>
      <dgm:t>
        <a:bodyPr/>
        <a:lstStyle/>
        <a:p>
          <a:endParaRPr lang="en-US"/>
        </a:p>
      </dgm:t>
    </dgm:pt>
    <dgm:pt modelId="{5519023B-63B8-4625-8F7E-DA9DF5ACC7AC}" type="sibTrans" cxnId="{C60F0772-AD15-4119-8E1B-B7A98840264F}">
      <dgm:prSet/>
      <dgm:spPr/>
      <dgm:t>
        <a:bodyPr/>
        <a:lstStyle/>
        <a:p>
          <a:endParaRPr lang="en-US"/>
        </a:p>
      </dgm:t>
    </dgm:pt>
    <dgm:pt modelId="{B7D7B6C4-06E7-4C7C-8B9B-A76AF28E1561}">
      <dgm:prSet/>
      <dgm:spPr/>
      <dgm:t>
        <a:bodyPr/>
        <a:lstStyle/>
        <a:p>
          <a:r>
            <a:rPr lang="en-US" b="1"/>
            <a:t>Models Used:</a:t>
          </a:r>
          <a:endParaRPr lang="en-US"/>
        </a:p>
      </dgm:t>
    </dgm:pt>
    <dgm:pt modelId="{E0F7769C-BBAF-4D86-8B6B-291167C03B51}" type="parTrans" cxnId="{2F11BB93-30AD-4814-8EA6-8B40062EC54F}">
      <dgm:prSet/>
      <dgm:spPr/>
      <dgm:t>
        <a:bodyPr/>
        <a:lstStyle/>
        <a:p>
          <a:endParaRPr lang="en-US"/>
        </a:p>
      </dgm:t>
    </dgm:pt>
    <dgm:pt modelId="{6FD9FC7B-9910-459D-AB4D-51DA65530B8A}" type="sibTrans" cxnId="{2F11BB93-30AD-4814-8EA6-8B40062EC54F}">
      <dgm:prSet/>
      <dgm:spPr/>
      <dgm:t>
        <a:bodyPr/>
        <a:lstStyle/>
        <a:p>
          <a:endParaRPr lang="en-US"/>
        </a:p>
      </dgm:t>
    </dgm:pt>
    <dgm:pt modelId="{233002F5-5E20-4E1B-A574-363F45CFBE8F}">
      <dgm:prSet/>
      <dgm:spPr/>
      <dgm:t>
        <a:bodyPr/>
        <a:lstStyle/>
        <a:p>
          <a:r>
            <a:rPr lang="en-US" dirty="0"/>
            <a:t>Triple Exponential Smoothing</a:t>
          </a:r>
        </a:p>
      </dgm:t>
    </dgm:pt>
    <dgm:pt modelId="{DA2AA2A5-6052-49DD-AF86-374054862AEF}" type="parTrans" cxnId="{E44896B9-D111-4444-A8ED-DB87D81AF0F4}">
      <dgm:prSet/>
      <dgm:spPr/>
      <dgm:t>
        <a:bodyPr/>
        <a:lstStyle/>
        <a:p>
          <a:endParaRPr lang="en-US"/>
        </a:p>
      </dgm:t>
    </dgm:pt>
    <dgm:pt modelId="{CBAB5B88-56DE-4D12-B3B2-C18DD71DCBB6}" type="sibTrans" cxnId="{E44896B9-D111-4444-A8ED-DB87D81AF0F4}">
      <dgm:prSet/>
      <dgm:spPr/>
      <dgm:t>
        <a:bodyPr/>
        <a:lstStyle/>
        <a:p>
          <a:endParaRPr lang="en-US"/>
        </a:p>
      </dgm:t>
    </dgm:pt>
    <dgm:pt modelId="{DB83F0ED-8507-4FE5-8C64-22167CE346B1}">
      <dgm:prSet/>
      <dgm:spPr/>
      <dgm:t>
        <a:bodyPr/>
        <a:lstStyle/>
        <a:p>
          <a:r>
            <a:rPr lang="en-US" dirty="0"/>
            <a:t>SARIMA</a:t>
          </a:r>
        </a:p>
      </dgm:t>
    </dgm:pt>
    <dgm:pt modelId="{C022E4BA-951B-4283-ACB7-D8D7E8B7624F}" type="parTrans" cxnId="{062E9876-B0C6-4FD9-A8ED-7605792D88D6}">
      <dgm:prSet/>
      <dgm:spPr/>
      <dgm:t>
        <a:bodyPr/>
        <a:lstStyle/>
        <a:p>
          <a:endParaRPr lang="en-US"/>
        </a:p>
      </dgm:t>
    </dgm:pt>
    <dgm:pt modelId="{6EF2327E-0567-4CB6-B8C3-D4A3F28F4213}" type="sibTrans" cxnId="{062E9876-B0C6-4FD9-A8ED-7605792D88D6}">
      <dgm:prSet/>
      <dgm:spPr/>
      <dgm:t>
        <a:bodyPr/>
        <a:lstStyle/>
        <a:p>
          <a:endParaRPr lang="en-US"/>
        </a:p>
      </dgm:t>
    </dgm:pt>
    <dgm:pt modelId="{80A244FB-5971-4C2B-830D-AFB15C87920E}">
      <dgm:prSet/>
      <dgm:spPr/>
      <dgm:t>
        <a:bodyPr/>
        <a:lstStyle/>
        <a:p>
          <a:r>
            <a:rPr lang="en-US" dirty="0"/>
            <a:t>SARIMAX with different exogenous variables</a:t>
          </a:r>
        </a:p>
      </dgm:t>
    </dgm:pt>
    <dgm:pt modelId="{9962C3F9-C277-4C60-AF29-20BE60002C28}" type="parTrans" cxnId="{0852049F-8420-421F-B660-D5AB89C9CD52}">
      <dgm:prSet/>
      <dgm:spPr/>
      <dgm:t>
        <a:bodyPr/>
        <a:lstStyle/>
        <a:p>
          <a:endParaRPr lang="en-US"/>
        </a:p>
      </dgm:t>
    </dgm:pt>
    <dgm:pt modelId="{86E23F5B-290F-4E54-8BEA-34CBCDCA2CD4}" type="sibTrans" cxnId="{0852049F-8420-421F-B660-D5AB89C9CD52}">
      <dgm:prSet/>
      <dgm:spPr/>
      <dgm:t>
        <a:bodyPr/>
        <a:lstStyle/>
        <a:p>
          <a:endParaRPr lang="en-US"/>
        </a:p>
      </dgm:t>
    </dgm:pt>
    <dgm:pt modelId="{CBC21CC4-90EC-4649-9047-EED616CE8C7E}">
      <dgm:prSet/>
      <dgm:spPr/>
      <dgm:t>
        <a:bodyPr/>
        <a:lstStyle/>
        <a:p>
          <a:r>
            <a:rPr lang="en-US"/>
            <a:t>Other Poultry Drivers: Chicken Wings and Leg Quarters </a:t>
          </a:r>
        </a:p>
      </dgm:t>
    </dgm:pt>
    <dgm:pt modelId="{A7633AD4-A92E-4B8A-9161-BE0BA694D31F}" type="parTrans" cxnId="{34894EF9-C3AE-44CE-AA4B-3BA516E8CF12}">
      <dgm:prSet/>
      <dgm:spPr/>
      <dgm:t>
        <a:bodyPr/>
        <a:lstStyle/>
        <a:p>
          <a:endParaRPr lang="en-US"/>
        </a:p>
      </dgm:t>
    </dgm:pt>
    <dgm:pt modelId="{2A52B4A2-0422-44C9-ADF6-B16382175256}" type="sibTrans" cxnId="{34894EF9-C3AE-44CE-AA4B-3BA516E8CF12}">
      <dgm:prSet/>
      <dgm:spPr/>
      <dgm:t>
        <a:bodyPr/>
        <a:lstStyle/>
        <a:p>
          <a:endParaRPr lang="en-US"/>
        </a:p>
      </dgm:t>
    </dgm:pt>
    <dgm:pt modelId="{17DF706B-B84E-4593-86D3-E8800C46EB0D}">
      <dgm:prSet/>
      <dgm:spPr/>
      <dgm:t>
        <a:bodyPr/>
        <a:lstStyle/>
        <a:p>
          <a:r>
            <a:rPr lang="en-US"/>
            <a:t>Bird Flu Data </a:t>
          </a:r>
        </a:p>
      </dgm:t>
    </dgm:pt>
    <dgm:pt modelId="{46FCD1BF-6DDA-43BD-8F50-19BA3D368434}" type="parTrans" cxnId="{8A4C0D05-35DC-40C4-ACB0-5ADCC0885141}">
      <dgm:prSet/>
      <dgm:spPr/>
      <dgm:t>
        <a:bodyPr/>
        <a:lstStyle/>
        <a:p>
          <a:endParaRPr lang="en-US"/>
        </a:p>
      </dgm:t>
    </dgm:pt>
    <dgm:pt modelId="{65B3CACB-869C-41EE-8058-C0ECAC15E22C}" type="sibTrans" cxnId="{8A4C0D05-35DC-40C4-ACB0-5ADCC0885141}">
      <dgm:prSet/>
      <dgm:spPr/>
      <dgm:t>
        <a:bodyPr/>
        <a:lstStyle/>
        <a:p>
          <a:endParaRPr lang="en-US"/>
        </a:p>
      </dgm:t>
    </dgm:pt>
    <dgm:pt modelId="{A2040A4D-6D87-43FB-B088-7574F1BC2DF3}">
      <dgm:prSet/>
      <dgm:spPr/>
      <dgm:t>
        <a:bodyPr/>
        <a:lstStyle/>
        <a:p>
          <a:r>
            <a:rPr lang="en-US"/>
            <a:t>Economic Factors from Federal Reserve (FRED)</a:t>
          </a:r>
        </a:p>
      </dgm:t>
    </dgm:pt>
    <dgm:pt modelId="{59E69F0A-187D-4868-9B0D-AF29D83F66FA}" type="parTrans" cxnId="{70A84B69-56F7-4477-B53C-48846489703F}">
      <dgm:prSet/>
      <dgm:spPr/>
      <dgm:t>
        <a:bodyPr/>
        <a:lstStyle/>
        <a:p>
          <a:endParaRPr lang="en-US"/>
        </a:p>
      </dgm:t>
    </dgm:pt>
    <dgm:pt modelId="{C16DEDA2-C7BA-4127-ACBA-E8C087DB1BD4}" type="sibTrans" cxnId="{70A84B69-56F7-4477-B53C-48846489703F}">
      <dgm:prSet/>
      <dgm:spPr/>
      <dgm:t>
        <a:bodyPr/>
        <a:lstStyle/>
        <a:p>
          <a:endParaRPr lang="en-US"/>
        </a:p>
      </dgm:t>
    </dgm:pt>
    <dgm:pt modelId="{0F9382E3-724B-4B01-95FF-E53CABE86F12}">
      <dgm:prSet/>
      <dgm:spPr/>
      <dgm:t>
        <a:bodyPr/>
        <a:lstStyle/>
        <a:p>
          <a:r>
            <a:rPr lang="en-US" dirty="0"/>
            <a:t>Slaughter Data </a:t>
          </a:r>
        </a:p>
      </dgm:t>
    </dgm:pt>
    <dgm:pt modelId="{6FE3DCDE-2FD6-4DAD-8260-8281E3BAB8F4}" type="parTrans" cxnId="{F18F3F1F-C833-4873-9FDC-8AADF268679C}">
      <dgm:prSet/>
      <dgm:spPr/>
      <dgm:t>
        <a:bodyPr/>
        <a:lstStyle/>
        <a:p>
          <a:endParaRPr lang="en-US"/>
        </a:p>
      </dgm:t>
    </dgm:pt>
    <dgm:pt modelId="{6E56339B-EC02-4336-A28A-5D2AA25886CE}" type="sibTrans" cxnId="{F18F3F1F-C833-4873-9FDC-8AADF268679C}">
      <dgm:prSet/>
      <dgm:spPr/>
      <dgm:t>
        <a:bodyPr/>
        <a:lstStyle/>
        <a:p>
          <a:endParaRPr lang="en-US"/>
        </a:p>
      </dgm:t>
    </dgm:pt>
    <dgm:pt modelId="{A6DE110D-5858-4B08-B0FD-F2057146F094}">
      <dgm:prSet/>
      <dgm:spPr/>
      <dgm:t>
        <a:bodyPr/>
        <a:lstStyle/>
        <a:p>
          <a:r>
            <a:rPr lang="en-US" dirty="0"/>
            <a:t>Slaughter Data + Economic Factors</a:t>
          </a:r>
        </a:p>
      </dgm:t>
    </dgm:pt>
    <dgm:pt modelId="{F2098406-9ED1-47DF-9F32-0B516F1C4D1C}" type="parTrans" cxnId="{274DEFDE-1BE4-45E7-9D53-F7F239E50E70}">
      <dgm:prSet/>
      <dgm:spPr/>
    </dgm:pt>
    <dgm:pt modelId="{E54902F8-8549-4737-B480-7BB22D813365}" type="sibTrans" cxnId="{274DEFDE-1BE4-45E7-9D53-F7F239E50E70}">
      <dgm:prSet/>
      <dgm:spPr/>
    </dgm:pt>
    <dgm:pt modelId="{722C190D-AD77-45FB-816A-924C1995667A}" type="pres">
      <dgm:prSet presAssocID="{AEECAE4A-D327-4899-BFFB-9B7673D23291}" presName="linear" presStyleCnt="0">
        <dgm:presLayoutVars>
          <dgm:animLvl val="lvl"/>
          <dgm:resizeHandles val="exact"/>
        </dgm:presLayoutVars>
      </dgm:prSet>
      <dgm:spPr/>
    </dgm:pt>
    <dgm:pt modelId="{2D01CBA1-292D-4BBF-9ECC-15FF644D8719}" type="pres">
      <dgm:prSet presAssocID="{5E636204-89EC-4868-9DEB-E251A0148D6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4D4C930-C879-461B-B0A4-0137DFD1E287}" type="pres">
      <dgm:prSet presAssocID="{5E636204-89EC-4868-9DEB-E251A0148D6C}" presName="childText" presStyleLbl="revTx" presStyleIdx="0" presStyleCnt="3">
        <dgm:presLayoutVars>
          <dgm:bulletEnabled val="1"/>
        </dgm:presLayoutVars>
      </dgm:prSet>
      <dgm:spPr/>
    </dgm:pt>
    <dgm:pt modelId="{378036C5-7F7B-489E-8B70-FFF1C56CEB55}" type="pres">
      <dgm:prSet presAssocID="{0D3CCCCD-863A-4E12-B2BC-BB6365959CE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72D1DE5-984C-4E13-98DC-400A4E2C58CD}" type="pres">
      <dgm:prSet presAssocID="{0D3CCCCD-863A-4E12-B2BC-BB6365959CED}" presName="childText" presStyleLbl="revTx" presStyleIdx="1" presStyleCnt="3">
        <dgm:presLayoutVars>
          <dgm:bulletEnabled val="1"/>
        </dgm:presLayoutVars>
      </dgm:prSet>
      <dgm:spPr/>
    </dgm:pt>
    <dgm:pt modelId="{7C31DA27-DE8B-4AD7-B635-4CC4E31499FC}" type="pres">
      <dgm:prSet presAssocID="{B7D7B6C4-06E7-4C7C-8B9B-A76AF28E1561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280873E-7BFD-4816-9FE6-DE5E532AEE38}" type="pres">
      <dgm:prSet presAssocID="{B7D7B6C4-06E7-4C7C-8B9B-A76AF28E1561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A4C0D05-35DC-40C4-ACB0-5ADCC0885141}" srcId="{80A244FB-5971-4C2B-830D-AFB15C87920E}" destId="{17DF706B-B84E-4593-86D3-E8800C46EB0D}" srcOrd="1" destOrd="0" parTransId="{46FCD1BF-6DDA-43BD-8F50-19BA3D368434}" sibTransId="{65B3CACB-869C-41EE-8058-C0ECAC15E22C}"/>
    <dgm:cxn modelId="{09651409-BE04-44E1-AA6C-C3704D70F33D}" type="presOf" srcId="{AEECAE4A-D327-4899-BFFB-9B7673D23291}" destId="{722C190D-AD77-45FB-816A-924C1995667A}" srcOrd="0" destOrd="0" presId="urn:microsoft.com/office/officeart/2005/8/layout/vList2"/>
    <dgm:cxn modelId="{AE35100F-A016-4BBA-A800-48642A834911}" srcId="{5E636204-89EC-4868-9DEB-E251A0148D6C}" destId="{9FA21474-4309-4D4C-9C5A-D58C6D078C5E}" srcOrd="0" destOrd="0" parTransId="{709C4F26-B8D0-4413-8242-E25E342555EF}" sibTransId="{2D74616A-FF98-45E8-A7F5-371B6EBF0DDD}"/>
    <dgm:cxn modelId="{F18F3F1F-C833-4873-9FDC-8AADF268679C}" srcId="{80A244FB-5971-4C2B-830D-AFB15C87920E}" destId="{0F9382E3-724B-4B01-95FF-E53CABE86F12}" srcOrd="3" destOrd="0" parTransId="{6FE3DCDE-2FD6-4DAD-8260-8281E3BAB8F4}" sibTransId="{6E56339B-EC02-4336-A28A-5D2AA25886CE}"/>
    <dgm:cxn modelId="{62E09D30-3869-4CFF-AC2A-78DE3B84EB38}" type="presOf" srcId="{17DF706B-B84E-4593-86D3-E8800C46EB0D}" destId="{4280873E-7BFD-4816-9FE6-DE5E532AEE38}" srcOrd="0" destOrd="4" presId="urn:microsoft.com/office/officeart/2005/8/layout/vList2"/>
    <dgm:cxn modelId="{73606234-CEA6-4A78-A720-2CEF57EFC426}" type="presOf" srcId="{0F9382E3-724B-4B01-95FF-E53CABE86F12}" destId="{4280873E-7BFD-4816-9FE6-DE5E532AEE38}" srcOrd="0" destOrd="6" presId="urn:microsoft.com/office/officeart/2005/8/layout/vList2"/>
    <dgm:cxn modelId="{1053D035-8E37-4367-B145-D9AAD62CAFA0}" type="presOf" srcId="{FD894BF3-1F42-45B0-BF7B-DF39EFDC019C}" destId="{B72D1DE5-984C-4E13-98DC-400A4E2C58CD}" srcOrd="0" destOrd="0" presId="urn:microsoft.com/office/officeart/2005/8/layout/vList2"/>
    <dgm:cxn modelId="{09638046-B52B-4992-AF19-2C3A21E16C45}" type="presOf" srcId="{A6DE110D-5858-4B08-B0FD-F2057146F094}" destId="{4280873E-7BFD-4816-9FE6-DE5E532AEE38}" srcOrd="0" destOrd="7" presId="urn:microsoft.com/office/officeart/2005/8/layout/vList2"/>
    <dgm:cxn modelId="{70A84B69-56F7-4477-B53C-48846489703F}" srcId="{80A244FB-5971-4C2B-830D-AFB15C87920E}" destId="{A2040A4D-6D87-43FB-B088-7574F1BC2DF3}" srcOrd="2" destOrd="0" parTransId="{59E69F0A-187D-4868-9B0D-AF29D83F66FA}" sibTransId="{C16DEDA2-C7BA-4127-ACBA-E8C087DB1BD4}"/>
    <dgm:cxn modelId="{FCEF064B-746E-4E35-A6E4-BAA44A76FDFF}" type="presOf" srcId="{A2040A4D-6D87-43FB-B088-7574F1BC2DF3}" destId="{4280873E-7BFD-4816-9FE6-DE5E532AEE38}" srcOrd="0" destOrd="5" presId="urn:microsoft.com/office/officeart/2005/8/layout/vList2"/>
    <dgm:cxn modelId="{BE476F4B-D4C7-4E37-854E-8D8EB66287BC}" type="presOf" srcId="{233002F5-5E20-4E1B-A574-363F45CFBE8F}" destId="{4280873E-7BFD-4816-9FE6-DE5E532AEE38}" srcOrd="0" destOrd="0" presId="urn:microsoft.com/office/officeart/2005/8/layout/vList2"/>
    <dgm:cxn modelId="{C8E18671-1DC0-4581-A68C-73B0E72221C9}" type="presOf" srcId="{A4A9591C-7137-4217-AE90-397AF6180A22}" destId="{B72D1DE5-984C-4E13-98DC-400A4E2C58CD}" srcOrd="0" destOrd="1" presId="urn:microsoft.com/office/officeart/2005/8/layout/vList2"/>
    <dgm:cxn modelId="{C60F0772-AD15-4119-8E1B-B7A98840264F}" srcId="{0D3CCCCD-863A-4E12-B2BC-BB6365959CED}" destId="{B64D5845-3D86-46F3-AA92-31056BAAA894}" srcOrd="2" destOrd="0" parTransId="{0103F3DA-F870-4B1E-A7C8-7AC227DB908B}" sibTransId="{5519023B-63B8-4625-8F7E-DA9DF5ACC7AC}"/>
    <dgm:cxn modelId="{062E9876-B0C6-4FD9-A8ED-7605792D88D6}" srcId="{B7D7B6C4-06E7-4C7C-8B9B-A76AF28E1561}" destId="{DB83F0ED-8507-4FE5-8C64-22167CE346B1}" srcOrd="1" destOrd="0" parTransId="{C022E4BA-951B-4283-ACB7-D8D7E8B7624F}" sibTransId="{6EF2327E-0567-4CB6-B8C3-D4A3F28F4213}"/>
    <dgm:cxn modelId="{E3CC6759-5F96-4BD9-A310-2465E0942161}" type="presOf" srcId="{80A244FB-5971-4C2B-830D-AFB15C87920E}" destId="{4280873E-7BFD-4816-9FE6-DE5E532AEE38}" srcOrd="0" destOrd="2" presId="urn:microsoft.com/office/officeart/2005/8/layout/vList2"/>
    <dgm:cxn modelId="{0BCDD492-E753-4159-8D3A-C15059A1EDBB}" type="presOf" srcId="{5E636204-89EC-4868-9DEB-E251A0148D6C}" destId="{2D01CBA1-292D-4BBF-9ECC-15FF644D8719}" srcOrd="0" destOrd="0" presId="urn:microsoft.com/office/officeart/2005/8/layout/vList2"/>
    <dgm:cxn modelId="{2F11BB93-30AD-4814-8EA6-8B40062EC54F}" srcId="{AEECAE4A-D327-4899-BFFB-9B7673D23291}" destId="{B7D7B6C4-06E7-4C7C-8B9B-A76AF28E1561}" srcOrd="2" destOrd="0" parTransId="{E0F7769C-BBAF-4D86-8B6B-291167C03B51}" sibTransId="{6FD9FC7B-9910-459D-AB4D-51DA65530B8A}"/>
    <dgm:cxn modelId="{5C31699A-2278-4D34-90EA-5E7109809F6F}" type="presOf" srcId="{9FA21474-4309-4D4C-9C5A-D58C6D078C5E}" destId="{04D4C930-C879-461B-B0A4-0137DFD1E287}" srcOrd="0" destOrd="0" presId="urn:microsoft.com/office/officeart/2005/8/layout/vList2"/>
    <dgm:cxn modelId="{0852049F-8420-421F-B660-D5AB89C9CD52}" srcId="{B7D7B6C4-06E7-4C7C-8B9B-A76AF28E1561}" destId="{80A244FB-5971-4C2B-830D-AFB15C87920E}" srcOrd="2" destOrd="0" parTransId="{9962C3F9-C277-4C60-AF29-20BE60002C28}" sibTransId="{86E23F5B-290F-4E54-8BEA-34CBCDCA2CD4}"/>
    <dgm:cxn modelId="{36E8A9AC-0DE0-478D-8F2E-9E5FDC069D16}" type="presOf" srcId="{B7D7B6C4-06E7-4C7C-8B9B-A76AF28E1561}" destId="{7C31DA27-DE8B-4AD7-B635-4CC4E31499FC}" srcOrd="0" destOrd="0" presId="urn:microsoft.com/office/officeart/2005/8/layout/vList2"/>
    <dgm:cxn modelId="{28BF5DAF-B61B-497B-BEA0-4E609103A148}" srcId="{5E636204-89EC-4868-9DEB-E251A0148D6C}" destId="{CB5B57EC-C95C-4FFC-905E-2B7B0CD06659}" srcOrd="1" destOrd="0" parTransId="{CD57E1EF-FC0D-48A1-839A-4801DAAB3C36}" sibTransId="{6826F227-22C7-43BE-B92A-079A5DB4F36F}"/>
    <dgm:cxn modelId="{A63C1AB9-F421-423B-A26B-2CBC5E0BBBE7}" srcId="{0D3CCCCD-863A-4E12-B2BC-BB6365959CED}" destId="{A4A9591C-7137-4217-AE90-397AF6180A22}" srcOrd="1" destOrd="0" parTransId="{069FA289-45BD-495E-AEAA-AECDE3A8844F}" sibTransId="{127FF79F-5D60-4CCE-B974-492AFD21366E}"/>
    <dgm:cxn modelId="{E44896B9-D111-4444-A8ED-DB87D81AF0F4}" srcId="{B7D7B6C4-06E7-4C7C-8B9B-A76AF28E1561}" destId="{233002F5-5E20-4E1B-A574-363F45CFBE8F}" srcOrd="0" destOrd="0" parTransId="{DA2AA2A5-6052-49DD-AF86-374054862AEF}" sibTransId="{CBAB5B88-56DE-4D12-B3B2-C18DD71DCBB6}"/>
    <dgm:cxn modelId="{BCB6F9C0-C753-4565-89CA-276623869258}" type="presOf" srcId="{CBC21CC4-90EC-4649-9047-EED616CE8C7E}" destId="{4280873E-7BFD-4816-9FE6-DE5E532AEE38}" srcOrd="0" destOrd="3" presId="urn:microsoft.com/office/officeart/2005/8/layout/vList2"/>
    <dgm:cxn modelId="{0B645BC7-7360-4E98-B1B9-586D1EEF12F7}" type="presOf" srcId="{0D3CCCCD-863A-4E12-B2BC-BB6365959CED}" destId="{378036C5-7F7B-489E-8B70-FFF1C56CEB55}" srcOrd="0" destOrd="0" presId="urn:microsoft.com/office/officeart/2005/8/layout/vList2"/>
    <dgm:cxn modelId="{7E385FD0-CF50-4C18-AEA2-C758967FB576}" srcId="{AEECAE4A-D327-4899-BFFB-9B7673D23291}" destId="{5E636204-89EC-4868-9DEB-E251A0148D6C}" srcOrd="0" destOrd="0" parTransId="{4F0679B7-5935-48DE-B600-14B17E6E9DE0}" sibTransId="{1E300A92-2D2D-4FD7-B7E6-5CA3DD071BBA}"/>
    <dgm:cxn modelId="{24D911D5-7763-4A5F-A33A-509A843ADB28}" type="presOf" srcId="{CB5B57EC-C95C-4FFC-905E-2B7B0CD06659}" destId="{04D4C930-C879-461B-B0A4-0137DFD1E287}" srcOrd="0" destOrd="1" presId="urn:microsoft.com/office/officeart/2005/8/layout/vList2"/>
    <dgm:cxn modelId="{170750D5-CD8B-43BB-A6A0-258535205294}" type="presOf" srcId="{B64D5845-3D86-46F3-AA92-31056BAAA894}" destId="{B72D1DE5-984C-4E13-98DC-400A4E2C58CD}" srcOrd="0" destOrd="2" presId="urn:microsoft.com/office/officeart/2005/8/layout/vList2"/>
    <dgm:cxn modelId="{274DEFDE-1BE4-45E7-9D53-F7F239E50E70}" srcId="{80A244FB-5971-4C2B-830D-AFB15C87920E}" destId="{A6DE110D-5858-4B08-B0FD-F2057146F094}" srcOrd="4" destOrd="0" parTransId="{F2098406-9ED1-47DF-9F32-0B516F1C4D1C}" sibTransId="{E54902F8-8549-4737-B480-7BB22D813365}"/>
    <dgm:cxn modelId="{868B59E0-0196-4288-A4AC-DC245EF14767}" srcId="{AEECAE4A-D327-4899-BFFB-9B7673D23291}" destId="{0D3CCCCD-863A-4E12-B2BC-BB6365959CED}" srcOrd="1" destOrd="0" parTransId="{6A4983A4-4FEF-43B1-B421-CE30062B0986}" sibTransId="{3508123D-9E0D-40E9-A025-597709E6D8EB}"/>
    <dgm:cxn modelId="{AC7817E5-B9A9-4D5F-BF83-EA52603BFEB9}" type="presOf" srcId="{DB83F0ED-8507-4FE5-8C64-22167CE346B1}" destId="{4280873E-7BFD-4816-9FE6-DE5E532AEE38}" srcOrd="0" destOrd="1" presId="urn:microsoft.com/office/officeart/2005/8/layout/vList2"/>
    <dgm:cxn modelId="{34894EF9-C3AE-44CE-AA4B-3BA516E8CF12}" srcId="{80A244FB-5971-4C2B-830D-AFB15C87920E}" destId="{CBC21CC4-90EC-4649-9047-EED616CE8C7E}" srcOrd="0" destOrd="0" parTransId="{A7633AD4-A92E-4B8A-9161-BE0BA694D31F}" sibTransId="{2A52B4A2-0422-44C9-ADF6-B16382175256}"/>
    <dgm:cxn modelId="{CD7E3EFF-B8B1-4925-BCF5-41D92FAEC32F}" srcId="{0D3CCCCD-863A-4E12-B2BC-BB6365959CED}" destId="{FD894BF3-1F42-45B0-BF7B-DF39EFDC019C}" srcOrd="0" destOrd="0" parTransId="{A145C49E-F99F-4468-B779-AAEEFC8AFB75}" sibTransId="{8F4F5C2F-A31B-4B28-B264-129BB7873DFA}"/>
    <dgm:cxn modelId="{EE3CBB14-BC4B-48B8-98F6-42CE3301C945}" type="presParOf" srcId="{722C190D-AD77-45FB-816A-924C1995667A}" destId="{2D01CBA1-292D-4BBF-9ECC-15FF644D8719}" srcOrd="0" destOrd="0" presId="urn:microsoft.com/office/officeart/2005/8/layout/vList2"/>
    <dgm:cxn modelId="{CD2BEFED-7D08-49F9-B4E5-2D05F9E25CD9}" type="presParOf" srcId="{722C190D-AD77-45FB-816A-924C1995667A}" destId="{04D4C930-C879-461B-B0A4-0137DFD1E287}" srcOrd="1" destOrd="0" presId="urn:microsoft.com/office/officeart/2005/8/layout/vList2"/>
    <dgm:cxn modelId="{03886D64-37C4-4FFF-AB57-8A35BA1AFFB7}" type="presParOf" srcId="{722C190D-AD77-45FB-816A-924C1995667A}" destId="{378036C5-7F7B-489E-8B70-FFF1C56CEB55}" srcOrd="2" destOrd="0" presId="urn:microsoft.com/office/officeart/2005/8/layout/vList2"/>
    <dgm:cxn modelId="{972C4AB5-E53A-4071-B19D-A46A76967F4F}" type="presParOf" srcId="{722C190D-AD77-45FB-816A-924C1995667A}" destId="{B72D1DE5-984C-4E13-98DC-400A4E2C58CD}" srcOrd="3" destOrd="0" presId="urn:microsoft.com/office/officeart/2005/8/layout/vList2"/>
    <dgm:cxn modelId="{1E4E4D49-4FE2-4FDE-BE5C-5ABC616C9D20}" type="presParOf" srcId="{722C190D-AD77-45FB-816A-924C1995667A}" destId="{7C31DA27-DE8B-4AD7-B635-4CC4E31499FC}" srcOrd="4" destOrd="0" presId="urn:microsoft.com/office/officeart/2005/8/layout/vList2"/>
    <dgm:cxn modelId="{343D55F2-1976-43F2-9770-A2CCFDB14BB4}" type="presParOf" srcId="{722C190D-AD77-45FB-816A-924C1995667A}" destId="{4280873E-7BFD-4816-9FE6-DE5E532AEE3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8594C-BBEC-4075-81D4-7D37F71B7385}">
      <dsp:nvSpPr>
        <dsp:cNvPr id="0" name=""/>
        <dsp:cNvSpPr/>
      </dsp:nvSpPr>
      <dsp:spPr>
        <a:xfrm>
          <a:off x="5665" y="296458"/>
          <a:ext cx="3642374" cy="1456949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Goal</a:t>
          </a:r>
          <a:endParaRPr lang="en-US" sz="3500" kern="1200" dirty="0"/>
        </a:p>
      </dsp:txBody>
      <dsp:txXfrm>
        <a:off x="734140" y="296458"/>
        <a:ext cx="2185425" cy="1456949"/>
      </dsp:txXfrm>
    </dsp:sp>
    <dsp:sp modelId="{B22EAB41-656E-401F-83B1-565E54DBCDEE}">
      <dsp:nvSpPr>
        <dsp:cNvPr id="0" name=""/>
        <dsp:cNvSpPr/>
      </dsp:nvSpPr>
      <dsp:spPr>
        <a:xfrm>
          <a:off x="5665" y="1935527"/>
          <a:ext cx="2913899" cy="23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Predicting future monthly wholesale price for 3 target chicken drivers: breasts, leg quarters, and wings.</a:t>
          </a:r>
        </a:p>
      </dsp:txBody>
      <dsp:txXfrm>
        <a:off x="5665" y="1935527"/>
        <a:ext cx="2913899" cy="2303437"/>
      </dsp:txXfrm>
    </dsp:sp>
    <dsp:sp modelId="{6384171F-06A4-47DA-AFAD-8DD99B7C9320}">
      <dsp:nvSpPr>
        <dsp:cNvPr id="0" name=""/>
        <dsp:cNvSpPr/>
      </dsp:nvSpPr>
      <dsp:spPr>
        <a:xfrm>
          <a:off x="3432040" y="296458"/>
          <a:ext cx="3642374" cy="1456949"/>
        </a:xfrm>
        <a:prstGeom prst="chevron">
          <a:avLst/>
        </a:prstGeom>
        <a:solidFill>
          <a:schemeClr val="accent5">
            <a:hueOff val="-6076075"/>
            <a:satOff val="-413"/>
            <a:lumOff val="98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Why </a:t>
          </a:r>
          <a:endParaRPr lang="en-US" sz="3500" kern="1200" dirty="0"/>
        </a:p>
      </dsp:txBody>
      <dsp:txXfrm>
        <a:off x="4160515" y="296458"/>
        <a:ext cx="2185425" cy="1456949"/>
      </dsp:txXfrm>
    </dsp:sp>
    <dsp:sp modelId="{22532F33-296A-4C2E-A38F-4F1C41375ECB}">
      <dsp:nvSpPr>
        <dsp:cNvPr id="0" name=""/>
        <dsp:cNvSpPr/>
      </dsp:nvSpPr>
      <dsp:spPr>
        <a:xfrm>
          <a:off x="3432040" y="1935527"/>
          <a:ext cx="2913899" cy="23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Contributes to predicting Tyson’s annual operating revenue for poultry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Helps Tyson with budget planning, and supply/demand planning for poultry.</a:t>
          </a:r>
        </a:p>
      </dsp:txBody>
      <dsp:txXfrm>
        <a:off x="3432040" y="1935527"/>
        <a:ext cx="2913899" cy="2303437"/>
      </dsp:txXfrm>
    </dsp:sp>
    <dsp:sp modelId="{20501CD3-0C2C-43BB-A62A-0A9383D8E5A8}">
      <dsp:nvSpPr>
        <dsp:cNvPr id="0" name=""/>
        <dsp:cNvSpPr/>
      </dsp:nvSpPr>
      <dsp:spPr>
        <a:xfrm>
          <a:off x="6858415" y="296458"/>
          <a:ext cx="3642374" cy="1456949"/>
        </a:xfrm>
        <a:prstGeom prst="chevron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018" tIns="46673" rIns="46673" bIns="46673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1" kern="1200" dirty="0"/>
            <a:t>Approach</a:t>
          </a:r>
          <a:endParaRPr lang="en-US" sz="3500" kern="1200" dirty="0"/>
        </a:p>
      </dsp:txBody>
      <dsp:txXfrm>
        <a:off x="7586890" y="296458"/>
        <a:ext cx="2185425" cy="1456949"/>
      </dsp:txXfrm>
    </dsp:sp>
    <dsp:sp modelId="{263FF728-5DEA-4C5A-B7AB-33E21D88AB6A}">
      <dsp:nvSpPr>
        <dsp:cNvPr id="0" name=""/>
        <dsp:cNvSpPr/>
      </dsp:nvSpPr>
      <dsp:spPr>
        <a:xfrm>
          <a:off x="6858415" y="1935527"/>
          <a:ext cx="2913899" cy="23034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Focus on solely one driver first - chicken breast, and build a good forecasting model on it. Then do the same for the other two.</a:t>
          </a:r>
        </a:p>
      </dsp:txBody>
      <dsp:txXfrm>
        <a:off x="6858415" y="1935527"/>
        <a:ext cx="2913899" cy="23034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01CBA1-292D-4BBF-9ECC-15FF644D8719}">
      <dsp:nvSpPr>
        <dsp:cNvPr id="0" name=""/>
        <dsp:cNvSpPr/>
      </dsp:nvSpPr>
      <dsp:spPr>
        <a:xfrm>
          <a:off x="0" y="63140"/>
          <a:ext cx="7153147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Data preparation: </a:t>
          </a:r>
          <a:endParaRPr lang="en-US" sz="2300" kern="1200"/>
        </a:p>
      </dsp:txBody>
      <dsp:txXfrm>
        <a:off x="27586" y="90726"/>
        <a:ext cx="7097975" cy="509938"/>
      </dsp:txXfrm>
    </dsp:sp>
    <dsp:sp modelId="{04D4C930-C879-461B-B0A4-0137DFD1E287}">
      <dsp:nvSpPr>
        <dsp:cNvPr id="0" name=""/>
        <dsp:cNvSpPr/>
      </dsp:nvSpPr>
      <dsp:spPr>
        <a:xfrm>
          <a:off x="0" y="628250"/>
          <a:ext cx="7153147" cy="8807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1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Import the dataset with monthly chicken prices from 2001 - 2026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Clean out NA rows , convert time series date column into date type and set the date column as index</a:t>
          </a:r>
        </a:p>
      </dsp:txBody>
      <dsp:txXfrm>
        <a:off x="0" y="628250"/>
        <a:ext cx="7153147" cy="880785"/>
      </dsp:txXfrm>
    </dsp:sp>
    <dsp:sp modelId="{378036C5-7F7B-489E-8B70-FFF1C56CEB55}">
      <dsp:nvSpPr>
        <dsp:cNvPr id="0" name=""/>
        <dsp:cNvSpPr/>
      </dsp:nvSpPr>
      <dsp:spPr>
        <a:xfrm>
          <a:off x="0" y="1509035"/>
          <a:ext cx="7153147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Understanding data:</a:t>
          </a:r>
          <a:endParaRPr lang="en-US" sz="2300" kern="1200"/>
        </a:p>
      </dsp:txBody>
      <dsp:txXfrm>
        <a:off x="27586" y="1536621"/>
        <a:ext cx="7097975" cy="509938"/>
      </dsp:txXfrm>
    </dsp:sp>
    <dsp:sp modelId="{B72D1DE5-984C-4E13-98DC-400A4E2C58CD}">
      <dsp:nvSpPr>
        <dsp:cNvPr id="0" name=""/>
        <dsp:cNvSpPr/>
      </dsp:nvSpPr>
      <dsp:spPr>
        <a:xfrm>
          <a:off x="0" y="2074145"/>
          <a:ext cx="7153147" cy="9283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1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Seasonality: monthly plot, quarterly plot, seasonal decomposition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ACF &amp; PACF Autocorrelation Graphs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Stationarity: Augmented Dickey-Fuller (ADF) Test</a:t>
          </a:r>
        </a:p>
      </dsp:txBody>
      <dsp:txXfrm>
        <a:off x="0" y="2074145"/>
        <a:ext cx="7153147" cy="928395"/>
      </dsp:txXfrm>
    </dsp:sp>
    <dsp:sp modelId="{7C31DA27-DE8B-4AD7-B635-4CC4E31499FC}">
      <dsp:nvSpPr>
        <dsp:cNvPr id="0" name=""/>
        <dsp:cNvSpPr/>
      </dsp:nvSpPr>
      <dsp:spPr>
        <a:xfrm>
          <a:off x="0" y="3002540"/>
          <a:ext cx="7153147" cy="5651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Models Used:</a:t>
          </a:r>
          <a:endParaRPr lang="en-US" sz="2300" kern="1200"/>
        </a:p>
      </dsp:txBody>
      <dsp:txXfrm>
        <a:off x="27586" y="3030126"/>
        <a:ext cx="7097975" cy="509938"/>
      </dsp:txXfrm>
    </dsp:sp>
    <dsp:sp modelId="{4280873E-7BFD-4816-9FE6-DE5E532AEE38}">
      <dsp:nvSpPr>
        <dsp:cNvPr id="0" name=""/>
        <dsp:cNvSpPr/>
      </dsp:nvSpPr>
      <dsp:spPr>
        <a:xfrm>
          <a:off x="0" y="3567650"/>
          <a:ext cx="7153147" cy="2475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112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Triple Exponential Smoothing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SARIMA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SARIMAX with different exogenous variables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Other Poultry Drivers: Chicken Wings and Leg Quarters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Bird Flu Data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/>
            <a:t>Economic Factors from Federal Reserve (FRED)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Slaughter Data </a:t>
          </a:r>
        </a:p>
        <a:p>
          <a:pPr marL="342900" lvl="2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800" kern="1200" dirty="0"/>
            <a:t>Slaughter Data + Economic Factors</a:t>
          </a:r>
        </a:p>
      </dsp:txBody>
      <dsp:txXfrm>
        <a:off x="0" y="3567650"/>
        <a:ext cx="7153147" cy="24757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EA4A4-B129-9195-C5F4-0CB01126EB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E01201-E1A1-147E-6BED-D255F38F5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64614-47AB-16CE-6BE4-88649311C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70198-EAA0-3DAB-3006-7197CD340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377BD-9E1F-1169-C439-BD709F04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96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81B2-7C85-2773-9AEB-95960A162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10013-0057-23C3-AAF8-5C9F376257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9320D-FF45-7C4B-1872-56B655FF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6FC76B-87D1-5C01-3E5C-E6A55CB77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DE2F4-34C3-5C6F-126B-C02BE4F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766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4B8E-32AC-5992-D303-7BECA20AA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3055D3-9A7F-ACFD-EB15-6181F7CB5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35CF6-B0DB-F769-E683-F7CA1BF7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BF1974-24DF-638C-F71F-A2E99514D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E2678-4513-605F-588E-01007D9E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493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04DE3-26B8-EE4C-8E2B-8E5BC7189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75F93-1BFA-1C02-D999-C05617D029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20F4C-8B62-69FB-27F7-79439EF98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F37996-42A2-5A44-4AAD-4FE50620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1A04A-F020-0BB8-E1F7-F0CE5CEF4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82B0-3DD3-B661-AD15-7B9CE5F47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08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99C85-953A-E600-A554-D342EBDFF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C89EAB-EB7D-2BDD-2504-85C4628D6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586E3-E3ED-3325-3CF0-4559ADA2C5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68FF7E-D255-F8A6-3471-A62FC6FA1A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BC05B1-0994-C642-03EA-E51289F3D0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7709E-DAF1-92A1-18C5-769649D5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E90169-4880-6B39-6F4A-9642EE0E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8C899A-5B73-21B4-8546-7F71990F5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105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CE43E-F337-5718-AEDA-68A35A500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0C2DBD-5CF0-1DB4-0381-7B32D9DB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18C4D7-0FBB-71F2-9FA9-8D3A87176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1F260F-1660-5F89-165A-B80C3707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687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1EBE48-6057-061F-B8C3-C8E552D03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7649FC-75BC-1DC1-E972-46BA63927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8A82C-D85D-F424-2A86-257A2803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528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4F4C7-1C15-2D75-755C-E32C9849F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77B94-C811-5086-2F97-989C7B5B78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7E7809-78FD-714C-90FB-9BD0E1577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40497-E9CB-AAE7-3A54-EF8FDF5E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10358-F7A4-AA25-B0B9-634857C1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DD5BFF-6559-49F3-2FDF-706693F40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12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B63C9-0C57-55CA-607C-AA3D08C7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871D9C-DABA-F8E3-1B2F-D03FE850BE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8C6CC8-7A86-272D-4071-E9546C1BCE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54628C-7BEF-5626-3587-892A515C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29AC1-45FA-8960-95A9-7552AD003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A5F39C-1855-B541-89FE-E16E4853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64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798D0-9B98-0E03-6116-421E8B71A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D85F63-A4BE-9D31-4A07-570D1A7C2D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DC19F1-55D0-F564-D60D-04BA02639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28600-A442-8272-B290-16975C9A8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9F7AD-68CC-0915-D5F9-A01D069A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091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DEA192-2FBD-3C5F-03DF-6EDC6EB0BF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5D1805-C7DD-1CB0-2402-C1ADD7F836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8F557-F1E1-8F49-870F-0529ACA9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2D397-66AD-CE23-01E8-F2754D3FA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A1856-2EBE-7DCF-9C25-882D8B00D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735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5FBF3-C48F-B85B-5D03-1897E912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2923F-F85A-14DD-5D8A-064810D7E4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66EA6-EF6F-1211-A4A6-9E7FCB65ED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71575F-4437-46C5-9D2C-369A9A87A1AD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49F3CF-4B79-0C89-DFD3-84B3F77D2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1C0061-7780-2A89-C54D-5FCDEE3C3B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82EC8-059B-4065-9DC4-E1CF8106F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93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quickstats.nass.usda.gov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B7BD7FCF-A254-4A97-A15C-319B67622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52FFAF72-6204-4676-9C6F-9A4CC4D918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962785" cy="6858000"/>
          </a:xfrm>
          <a:custGeom>
            <a:avLst/>
            <a:gdLst>
              <a:gd name="connsiteX0" fmla="*/ 1044839 w 5962785"/>
              <a:gd name="connsiteY0" fmla="*/ 0 h 6858000"/>
              <a:gd name="connsiteX1" fmla="*/ 5962785 w 5962785"/>
              <a:gd name="connsiteY1" fmla="*/ 0 h 6858000"/>
              <a:gd name="connsiteX2" fmla="*/ 5962785 w 5962785"/>
              <a:gd name="connsiteY2" fmla="*/ 6858000 h 6858000"/>
              <a:gd name="connsiteX3" fmla="*/ 1469886 w 5962785"/>
              <a:gd name="connsiteY3" fmla="*/ 6858000 h 6858000"/>
              <a:gd name="connsiteX4" fmla="*/ 1416006 w 5962785"/>
              <a:gd name="connsiteY4" fmla="*/ 6823984 h 6858000"/>
              <a:gd name="connsiteX5" fmla="*/ 1232473 w 5962785"/>
              <a:gd name="connsiteY5" fmla="*/ 6733873 h 6858000"/>
              <a:gd name="connsiteX6" fmla="*/ 1075471 w 5962785"/>
              <a:gd name="connsiteY6" fmla="*/ 6503186 h 6858000"/>
              <a:gd name="connsiteX7" fmla="*/ 1020229 w 5962785"/>
              <a:gd name="connsiteY7" fmla="*/ 6438306 h 6858000"/>
              <a:gd name="connsiteX8" fmla="*/ 883579 w 5962785"/>
              <a:gd name="connsiteY8" fmla="*/ 6351798 h 6858000"/>
              <a:gd name="connsiteX9" fmla="*/ 645167 w 5962785"/>
              <a:gd name="connsiteY9" fmla="*/ 6167969 h 6858000"/>
              <a:gd name="connsiteX10" fmla="*/ 732391 w 5962785"/>
              <a:gd name="connsiteY10" fmla="*/ 6124716 h 6858000"/>
              <a:gd name="connsiteX11" fmla="*/ 985339 w 5962785"/>
              <a:gd name="connsiteY11" fmla="*/ 6236455 h 6858000"/>
              <a:gd name="connsiteX12" fmla="*/ 1168509 w 5962785"/>
              <a:gd name="connsiteY12" fmla="*/ 6265291 h 6858000"/>
              <a:gd name="connsiteX13" fmla="*/ 909746 w 5962785"/>
              <a:gd name="connsiteY13" fmla="*/ 6070649 h 6858000"/>
              <a:gd name="connsiteX14" fmla="*/ 659704 w 5962785"/>
              <a:gd name="connsiteY14" fmla="*/ 5818335 h 6858000"/>
              <a:gd name="connsiteX15" fmla="*/ 851597 w 5962785"/>
              <a:gd name="connsiteY15" fmla="*/ 5865193 h 6858000"/>
              <a:gd name="connsiteX16" fmla="*/ 860319 w 5962785"/>
              <a:gd name="connsiteY16" fmla="*/ 5832753 h 6858000"/>
              <a:gd name="connsiteX17" fmla="*/ 691686 w 5962785"/>
              <a:gd name="connsiteY17" fmla="*/ 5533581 h 6858000"/>
              <a:gd name="connsiteX18" fmla="*/ 610278 w 5962785"/>
              <a:gd name="connsiteY18" fmla="*/ 5411029 h 6858000"/>
              <a:gd name="connsiteX19" fmla="*/ 238123 w 5962785"/>
              <a:gd name="connsiteY19" fmla="*/ 5046976 h 6858000"/>
              <a:gd name="connsiteX20" fmla="*/ 592833 w 5962785"/>
              <a:gd name="connsiteY20" fmla="*/ 5209177 h 6858000"/>
              <a:gd name="connsiteX21" fmla="*/ 226494 w 5962785"/>
              <a:gd name="connsiteY21" fmla="*/ 4855939 h 6858000"/>
              <a:gd name="connsiteX22" fmla="*/ 49139 w 5962785"/>
              <a:gd name="connsiteY22" fmla="*/ 4726177 h 6858000"/>
              <a:gd name="connsiteX23" fmla="*/ 5527 w 5962785"/>
              <a:gd name="connsiteY23" fmla="*/ 4650483 h 6858000"/>
              <a:gd name="connsiteX24" fmla="*/ 84029 w 5962785"/>
              <a:gd name="connsiteY24" fmla="*/ 4632460 h 6858000"/>
              <a:gd name="connsiteX25" fmla="*/ 325347 w 5962785"/>
              <a:gd name="connsiteY25" fmla="*/ 4661296 h 6858000"/>
              <a:gd name="connsiteX26" fmla="*/ 25879 w 5962785"/>
              <a:gd name="connsiteY26" fmla="*/ 4423401 h 6858000"/>
              <a:gd name="connsiteX27" fmla="*/ 249753 w 5962785"/>
              <a:gd name="connsiteY27" fmla="*/ 4459446 h 6858000"/>
              <a:gd name="connsiteX28" fmla="*/ 313718 w 5962785"/>
              <a:gd name="connsiteY28" fmla="*/ 4365729 h 6858000"/>
              <a:gd name="connsiteX29" fmla="*/ 418386 w 5962785"/>
              <a:gd name="connsiteY29" fmla="*/ 4214341 h 6858000"/>
              <a:gd name="connsiteX30" fmla="*/ 491072 w 5962785"/>
              <a:gd name="connsiteY30" fmla="*/ 4131438 h 6858000"/>
              <a:gd name="connsiteX31" fmla="*/ 520147 w 5962785"/>
              <a:gd name="connsiteY31" fmla="*/ 3864706 h 6858000"/>
              <a:gd name="connsiteX32" fmla="*/ 459090 w 5962785"/>
              <a:gd name="connsiteY32" fmla="*/ 3572743 h 6858000"/>
              <a:gd name="connsiteX33" fmla="*/ 290458 w 5962785"/>
              <a:gd name="connsiteY33" fmla="*/ 3424959 h 6858000"/>
              <a:gd name="connsiteX34" fmla="*/ 339884 w 5962785"/>
              <a:gd name="connsiteY34" fmla="*/ 3259153 h 6858000"/>
              <a:gd name="connsiteX35" fmla="*/ 697501 w 5962785"/>
              <a:gd name="connsiteY35" fmla="*/ 3360078 h 6858000"/>
              <a:gd name="connsiteX36" fmla="*/ 165437 w 5962785"/>
              <a:gd name="connsiteY36" fmla="*/ 2967190 h 6858000"/>
              <a:gd name="connsiteX37" fmla="*/ 255568 w 5962785"/>
              <a:gd name="connsiteY37" fmla="*/ 2949167 h 6858000"/>
              <a:gd name="connsiteX38" fmla="*/ 578296 w 5962785"/>
              <a:gd name="connsiteY38" fmla="*/ 2725691 h 6858000"/>
              <a:gd name="connsiteX39" fmla="*/ 595740 w 5962785"/>
              <a:gd name="connsiteY39" fmla="*/ 2714876 h 6858000"/>
              <a:gd name="connsiteX40" fmla="*/ 650982 w 5962785"/>
              <a:gd name="connsiteY40" fmla="*/ 2574301 h 6858000"/>
              <a:gd name="connsiteX41" fmla="*/ 825429 w 5962785"/>
              <a:gd name="connsiteY41" fmla="*/ 2552674 h 6858000"/>
              <a:gd name="connsiteX42" fmla="*/ 970802 w 5962785"/>
              <a:gd name="connsiteY42" fmla="*/ 2585115 h 6858000"/>
              <a:gd name="connsiteX43" fmla="*/ 1127805 w 5962785"/>
              <a:gd name="connsiteY43" fmla="*/ 2545465 h 6858000"/>
              <a:gd name="connsiteX44" fmla="*/ 1267362 w 5962785"/>
              <a:gd name="connsiteY44" fmla="*/ 2563488 h 6858000"/>
              <a:gd name="connsiteX45" fmla="*/ 1386568 w 5962785"/>
              <a:gd name="connsiteY45" fmla="*/ 2538257 h 6858000"/>
              <a:gd name="connsiteX46" fmla="*/ 1270270 w 5962785"/>
              <a:gd name="connsiteY46" fmla="*/ 2419309 h 6858000"/>
              <a:gd name="connsiteX47" fmla="*/ 1107453 w 5962785"/>
              <a:gd name="connsiteY47" fmla="*/ 2419309 h 6858000"/>
              <a:gd name="connsiteX48" fmla="*/ 991154 w 5962785"/>
              <a:gd name="connsiteY48" fmla="*/ 2343615 h 6858000"/>
              <a:gd name="connsiteX49" fmla="*/ 880671 w 5962785"/>
              <a:gd name="connsiteY49" fmla="*/ 2206645 h 6858000"/>
              <a:gd name="connsiteX50" fmla="*/ 491072 w 5962785"/>
              <a:gd name="connsiteY50" fmla="*/ 1986771 h 6858000"/>
              <a:gd name="connsiteX51" fmla="*/ 421293 w 5962785"/>
              <a:gd name="connsiteY51" fmla="*/ 1903868 h 6858000"/>
              <a:gd name="connsiteX52" fmla="*/ 1531941 w 5962785"/>
              <a:gd name="connsiteY52" fmla="*/ 2224667 h 6858000"/>
              <a:gd name="connsiteX53" fmla="*/ 1188861 w 5962785"/>
              <a:gd name="connsiteY53" fmla="*/ 2091301 h 6858000"/>
              <a:gd name="connsiteX54" fmla="*/ 1421458 w 5962785"/>
              <a:gd name="connsiteY54" fmla="*/ 2116532 h 6858000"/>
              <a:gd name="connsiteX55" fmla="*/ 1549386 w 5962785"/>
              <a:gd name="connsiteY55" fmla="*/ 2026420 h 6858000"/>
              <a:gd name="connsiteX56" fmla="*/ 1549386 w 5962785"/>
              <a:gd name="connsiteY56" fmla="*/ 1997584 h 6858000"/>
              <a:gd name="connsiteX57" fmla="*/ 1453440 w 5962785"/>
              <a:gd name="connsiteY57" fmla="*/ 1914682 h 6858000"/>
              <a:gd name="connsiteX58" fmla="*/ 1398198 w 5962785"/>
              <a:gd name="connsiteY58" fmla="*/ 1860614 h 6858000"/>
              <a:gd name="connsiteX59" fmla="*/ 1247011 w 5962785"/>
              <a:gd name="connsiteY59" fmla="*/ 1665972 h 6858000"/>
              <a:gd name="connsiteX60" fmla="*/ 1354586 w 5962785"/>
              <a:gd name="connsiteY60" fmla="*/ 1644345 h 6858000"/>
              <a:gd name="connsiteX61" fmla="*/ 1395290 w 5962785"/>
              <a:gd name="connsiteY61" fmla="*/ 1604696 h 6858000"/>
              <a:gd name="connsiteX62" fmla="*/ 1366216 w 5962785"/>
              <a:gd name="connsiteY62" fmla="*/ 1547025 h 6858000"/>
              <a:gd name="connsiteX63" fmla="*/ 1031858 w 5962785"/>
              <a:gd name="connsiteY63" fmla="*/ 1370405 h 6858000"/>
              <a:gd name="connsiteX64" fmla="*/ 1005692 w 5962785"/>
              <a:gd name="connsiteY64" fmla="*/ 1233435 h 6858000"/>
              <a:gd name="connsiteX65" fmla="*/ 1069655 w 5962785"/>
              <a:gd name="connsiteY65" fmla="*/ 1211808 h 6858000"/>
              <a:gd name="connsiteX66" fmla="*/ 1142342 w 5962785"/>
              <a:gd name="connsiteY66" fmla="*/ 1222621 h 6858000"/>
              <a:gd name="connsiteX67" fmla="*/ 1084193 w 5962785"/>
              <a:gd name="connsiteY67" fmla="*/ 1114487 h 6858000"/>
              <a:gd name="connsiteX68" fmla="*/ 848689 w 5962785"/>
              <a:gd name="connsiteY68" fmla="*/ 1006353 h 6858000"/>
              <a:gd name="connsiteX69" fmla="*/ 805077 w 5962785"/>
              <a:gd name="connsiteY69" fmla="*/ 948681 h 6858000"/>
              <a:gd name="connsiteX70" fmla="*/ 863226 w 5962785"/>
              <a:gd name="connsiteY70" fmla="*/ 919844 h 6858000"/>
              <a:gd name="connsiteX71" fmla="*/ 906838 w 5962785"/>
              <a:gd name="connsiteY71" fmla="*/ 909031 h 6858000"/>
              <a:gd name="connsiteX72" fmla="*/ 5527 w 5962785"/>
              <a:gd name="connsiteY72" fmla="*/ 458471 h 6858000"/>
              <a:gd name="connsiteX73" fmla="*/ 209049 w 5962785"/>
              <a:gd name="connsiteY73" fmla="*/ 454867 h 6858000"/>
              <a:gd name="connsiteX74" fmla="*/ 409664 w 5962785"/>
              <a:gd name="connsiteY74" fmla="*/ 526956 h 6858000"/>
              <a:gd name="connsiteX75" fmla="*/ 621908 w 5962785"/>
              <a:gd name="connsiteY75" fmla="*/ 516143 h 6858000"/>
              <a:gd name="connsiteX76" fmla="*/ 822522 w 5962785"/>
              <a:gd name="connsiteY76" fmla="*/ 552188 h 6858000"/>
              <a:gd name="connsiteX77" fmla="*/ 996969 w 5962785"/>
              <a:gd name="connsiteY77" fmla="*/ 552188 h 6858000"/>
              <a:gd name="connsiteX78" fmla="*/ 834151 w 5962785"/>
              <a:gd name="connsiteY78" fmla="*/ 498120 h 6858000"/>
              <a:gd name="connsiteX79" fmla="*/ 773095 w 5962785"/>
              <a:gd name="connsiteY79" fmla="*/ 408008 h 6858000"/>
              <a:gd name="connsiteX80" fmla="*/ 793447 w 5962785"/>
              <a:gd name="connsiteY80" fmla="*/ 325106 h 6858000"/>
              <a:gd name="connsiteX81" fmla="*/ 860319 w 5962785"/>
              <a:gd name="connsiteY81" fmla="*/ 350336 h 6858000"/>
              <a:gd name="connsiteX82" fmla="*/ 938820 w 5962785"/>
              <a:gd name="connsiteY82" fmla="*/ 444054 h 6858000"/>
              <a:gd name="connsiteX83" fmla="*/ 956265 w 5962785"/>
              <a:gd name="connsiteY83" fmla="*/ 386381 h 6858000"/>
              <a:gd name="connsiteX84" fmla="*/ 1002784 w 5962785"/>
              <a:gd name="connsiteY84" fmla="*/ 343127 h 6858000"/>
              <a:gd name="connsiteX85" fmla="*/ 1270270 w 5962785"/>
              <a:gd name="connsiteY85" fmla="*/ 364755 h 6858000"/>
              <a:gd name="connsiteX86" fmla="*/ 1092915 w 5962785"/>
              <a:gd name="connsiteY86" fmla="*/ 180926 h 6858000"/>
              <a:gd name="connsiteX87" fmla="*/ 979525 w 5962785"/>
              <a:gd name="connsiteY87" fmla="*/ 152090 h 6858000"/>
              <a:gd name="connsiteX88" fmla="*/ 953358 w 5962785"/>
              <a:gd name="connsiteY88" fmla="*/ 76396 h 6858000"/>
              <a:gd name="connsiteX89" fmla="*/ 1005692 w 5962785"/>
              <a:gd name="connsiteY89" fmla="*/ 58373 h 6858000"/>
              <a:gd name="connsiteX90" fmla="*/ 1267362 w 5962785"/>
              <a:gd name="connsiteY90" fmla="*/ 123254 h 6858000"/>
              <a:gd name="connsiteX91" fmla="*/ 1310975 w 5962785"/>
              <a:gd name="connsiteY91" fmla="*/ 98023 h 6858000"/>
              <a:gd name="connsiteX92" fmla="*/ 1159787 w 5962785"/>
              <a:gd name="connsiteY92" fmla="*/ 43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FA4D1-7A69-38D6-B85B-0A4D482CF4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4620584" cy="4567137"/>
          </a:xfrm>
        </p:spPr>
        <p:txBody>
          <a:bodyPr>
            <a:normAutofit/>
          </a:bodyPr>
          <a:lstStyle/>
          <a:p>
            <a:pPr algn="l"/>
            <a:r>
              <a:rPr lang="en-US" sz="4400"/>
              <a:t>Forecasting Poultry Drivers – Intern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A543E-D164-FAB3-761C-87F5725F7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7" y="5277684"/>
            <a:ext cx="4620584" cy="775494"/>
          </a:xfrm>
        </p:spPr>
        <p:txBody>
          <a:bodyPr>
            <a:normAutofit/>
          </a:bodyPr>
          <a:lstStyle/>
          <a:p>
            <a:pPr algn="l"/>
            <a:r>
              <a:rPr lang="en-US" sz="2000"/>
              <a:t>Presenter: Jenny Lu </a:t>
            </a:r>
          </a:p>
          <a:p>
            <a:pPr algn="l"/>
            <a:r>
              <a:rPr lang="en-US" sz="2000"/>
              <a:t>Mentor: Anh Tran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BA7E33-6D4F-DE29-D068-57DA68D7C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253" y="2255209"/>
            <a:ext cx="4942280" cy="234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87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BE5E34-807E-C537-A802-DE6CF1609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/>
              <a:t>Project Overview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52EF4-F2EB-573F-E90E-C475C480C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  <p:graphicFrame>
        <p:nvGraphicFramePr>
          <p:cNvPr id="48" name="Content Placeholder 2">
            <a:extLst>
              <a:ext uri="{FF2B5EF4-FFF2-40B4-BE49-F238E27FC236}">
                <a16:creationId xmlns:a16="http://schemas.microsoft.com/office/drawing/2014/main" id="{649160CC-2DD7-6064-66F3-A2C96EF4ED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936126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081542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985EB1-5FC8-6FA4-2302-FB4873DBF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Timeline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742341-C049-5BF0-65F0-DDC41A1665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C01EBE8-7F11-6C4C-2EEC-FA6EFC18AB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5720326"/>
              </p:ext>
            </p:extLst>
          </p:nvPr>
        </p:nvGraphicFramePr>
        <p:xfrm>
          <a:off x="838200" y="2101274"/>
          <a:ext cx="10512549" cy="39386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958556">
                  <a:extLst>
                    <a:ext uri="{9D8B030D-6E8A-4147-A177-3AD203B41FA5}">
                      <a16:colId xmlns:a16="http://schemas.microsoft.com/office/drawing/2014/main" val="1865157489"/>
                    </a:ext>
                  </a:extLst>
                </a:gridCol>
                <a:gridCol w="3149526">
                  <a:extLst>
                    <a:ext uri="{9D8B030D-6E8A-4147-A177-3AD203B41FA5}">
                      <a16:colId xmlns:a16="http://schemas.microsoft.com/office/drawing/2014/main" val="4217782586"/>
                    </a:ext>
                  </a:extLst>
                </a:gridCol>
                <a:gridCol w="4404467">
                  <a:extLst>
                    <a:ext uri="{9D8B030D-6E8A-4147-A177-3AD203B41FA5}">
                      <a16:colId xmlns:a16="http://schemas.microsoft.com/office/drawing/2014/main" val="4124450052"/>
                    </a:ext>
                  </a:extLst>
                </a:gridCol>
              </a:tblGrid>
              <a:tr h="418596">
                <a:tc>
                  <a:txBody>
                    <a:bodyPr/>
                    <a:lstStyle/>
                    <a:p>
                      <a:r>
                        <a:rPr lang="en-US" sz="1900"/>
                        <a:t>Phase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Duration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Overview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1263296653"/>
                  </a:ext>
                </a:extLst>
              </a:tr>
              <a:tr h="989409">
                <a:tc>
                  <a:txBody>
                    <a:bodyPr/>
                    <a:lstStyle/>
                    <a:p>
                      <a:r>
                        <a:rPr lang="en-US" sz="1900"/>
                        <a:t>Phase 1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6 weeks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6-hour long YouTube video covering foundation concepts and standard practice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2820001845"/>
                  </a:ext>
                </a:extLst>
              </a:tr>
              <a:tr h="418596">
                <a:tc>
                  <a:txBody>
                    <a:bodyPr/>
                    <a:lstStyle/>
                    <a:p>
                      <a:r>
                        <a:rPr lang="en-US" sz="1900"/>
                        <a:t>Phase 2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 week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EDA on chicken breast data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3137643792"/>
                  </a:ext>
                </a:extLst>
              </a:tr>
              <a:tr h="704003">
                <a:tc>
                  <a:txBody>
                    <a:bodyPr/>
                    <a:lstStyle/>
                    <a:p>
                      <a:r>
                        <a:rPr lang="en-US" sz="1900"/>
                        <a:t>Phase 3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 week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Triple Exponential Smoothing &amp; Baseline SARIMA models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3334475105"/>
                  </a:ext>
                </a:extLst>
              </a:tr>
              <a:tr h="704003">
                <a:tc>
                  <a:txBody>
                    <a:bodyPr/>
                    <a:lstStyle/>
                    <a:p>
                      <a:r>
                        <a:rPr lang="en-US" sz="1900"/>
                        <a:t>Phase 4 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4 weeks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SARIMAX models with 4 different exogenous variables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2879624041"/>
                  </a:ext>
                </a:extLst>
              </a:tr>
              <a:tr h="704003">
                <a:tc>
                  <a:txBody>
                    <a:bodyPr/>
                    <a:lstStyle/>
                    <a:p>
                      <a:r>
                        <a:rPr lang="en-US" sz="1900"/>
                        <a:t>Phase 5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 week</a:t>
                      </a:r>
                    </a:p>
                  </a:txBody>
                  <a:tcPr marL="95135" marR="95135" marT="47568" marB="47568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Wrapping up, presentation &amp; final thoughts</a:t>
                      </a:r>
                    </a:p>
                  </a:txBody>
                  <a:tcPr marL="95135" marR="95135" marT="47568" marB="47568"/>
                </a:tc>
                <a:extLst>
                  <a:ext uri="{0D108BD9-81ED-4DB2-BD59-A6C34878D82A}">
                    <a16:rowId xmlns:a16="http://schemas.microsoft.com/office/drawing/2014/main" val="4103152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5142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14C2221-2B8C-494D-9442-F812DF4E87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5D3BA1-4F4A-5FC4-43B2-32D3AB36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3931"/>
            <a:ext cx="3143250" cy="2601119"/>
          </a:xfrm>
        </p:spPr>
        <p:txBody>
          <a:bodyPr anchor="t">
            <a:normAutofit/>
          </a:bodyPr>
          <a:lstStyle/>
          <a:p>
            <a:pPr algn="ctr"/>
            <a:r>
              <a:rPr lang="en-US" sz="4000" dirty="0"/>
              <a:t>Major Technical Concepts</a:t>
            </a:r>
          </a:p>
        </p:txBody>
      </p:sp>
      <p:pic>
        <p:nvPicPr>
          <p:cNvPr id="24" name="Graphic 23" descr="Laptop Secure">
            <a:extLst>
              <a:ext uri="{FF2B5EF4-FFF2-40B4-BE49-F238E27FC236}">
                <a16:creationId xmlns:a16="http://schemas.microsoft.com/office/drawing/2014/main" id="{FE5B889B-AC87-98A1-0FBC-7CEDD1EE01C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81200" y="2429670"/>
            <a:ext cx="914400" cy="914400"/>
          </a:xfrm>
          <a:prstGeom prst="rect">
            <a:avLst/>
          </a:prstGeom>
        </p:spPr>
      </p:pic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F68D6CD0-4F76-826F-B692-14603D4EE4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8552174"/>
              </p:ext>
            </p:extLst>
          </p:nvPr>
        </p:nvGraphicFramePr>
        <p:xfrm>
          <a:off x="4200652" y="441434"/>
          <a:ext cx="7153147" cy="61065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7230B49-79DD-37BB-23E5-C555F7A532A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CB3F3A-B291-2DAD-2909-D86DF534D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Forecasting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E4838-CAA7-8A19-6295-B2B634844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967021"/>
            <a:ext cx="11000233" cy="3374598"/>
          </a:xfrm>
        </p:spPr>
        <p:txBody>
          <a:bodyPr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Chicken Breast Data time series</a:t>
            </a:r>
            <a:r>
              <a:rPr lang="en-US" sz="2000" dirty="0"/>
              <a:t>:</a:t>
            </a:r>
          </a:p>
          <a:p>
            <a:r>
              <a:rPr lang="en-US" sz="2000" dirty="0"/>
              <a:t>01/01/2001 – 02/01/2026</a:t>
            </a:r>
          </a:p>
          <a:p>
            <a:pPr marL="0" indent="0">
              <a:buNone/>
            </a:pPr>
            <a:r>
              <a:rPr lang="en-US" sz="2000" b="1" dirty="0"/>
              <a:t>Test period: 12 months</a:t>
            </a:r>
          </a:p>
          <a:p>
            <a:r>
              <a:rPr lang="en-US" sz="2000" dirty="0"/>
              <a:t>Training set: 01/01/2001 – 02/01/2025</a:t>
            </a:r>
          </a:p>
          <a:p>
            <a:r>
              <a:rPr lang="en-US" sz="2000" dirty="0"/>
              <a:t>Testing set: 03/01/2026 – 02/01/2026</a:t>
            </a:r>
          </a:p>
          <a:p>
            <a:pPr marL="0" indent="0">
              <a:buNone/>
            </a:pPr>
            <a:r>
              <a:rPr lang="en-US" sz="2000" b="1" dirty="0"/>
              <a:t>Workflow: </a:t>
            </a:r>
          </a:p>
          <a:p>
            <a:r>
              <a:rPr lang="en-US" sz="2000" dirty="0"/>
              <a:t>Apply the model to the training set, fit the model, build predictions from the model and compare it to the test set.</a:t>
            </a:r>
          </a:p>
          <a:p>
            <a:pPr marL="0" indent="0">
              <a:buNone/>
            </a:pPr>
            <a:r>
              <a:rPr lang="en-US" sz="2000" b="1" dirty="0"/>
              <a:t>Performance metrics:</a:t>
            </a:r>
          </a:p>
          <a:p>
            <a:r>
              <a:rPr lang="en-US" sz="2000" dirty="0"/>
              <a:t>Mean Absolute Error (MAE)</a:t>
            </a:r>
          </a:p>
          <a:p>
            <a:r>
              <a:rPr lang="en-US" sz="2000" dirty="0"/>
              <a:t>Root Mean Square Error (RMSE)</a:t>
            </a:r>
          </a:p>
          <a:p>
            <a:r>
              <a:rPr lang="en-US" sz="2000" dirty="0"/>
              <a:t>Mean Absolute Percentage Error (MAPE)</a:t>
            </a:r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endParaRPr lang="en-US" sz="1500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040A4B73-0BD8-74D0-7CC0-C853F9706F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5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A2B645-3BA5-BE33-4560-AB01A6CB4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Model Comparison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DDB2538-B97B-8FEE-A922-D534A98AF1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5006263"/>
              </p:ext>
            </p:extLst>
          </p:nvPr>
        </p:nvGraphicFramePr>
        <p:xfrm>
          <a:off x="940915" y="2749182"/>
          <a:ext cx="10378442" cy="3201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0485">
                  <a:extLst>
                    <a:ext uri="{9D8B030D-6E8A-4147-A177-3AD203B41FA5}">
                      <a16:colId xmlns:a16="http://schemas.microsoft.com/office/drawing/2014/main" val="3255303105"/>
                    </a:ext>
                  </a:extLst>
                </a:gridCol>
                <a:gridCol w="1861887">
                  <a:extLst>
                    <a:ext uri="{9D8B030D-6E8A-4147-A177-3AD203B41FA5}">
                      <a16:colId xmlns:a16="http://schemas.microsoft.com/office/drawing/2014/main" val="2386849162"/>
                    </a:ext>
                  </a:extLst>
                </a:gridCol>
                <a:gridCol w="1823035">
                  <a:extLst>
                    <a:ext uri="{9D8B030D-6E8A-4147-A177-3AD203B41FA5}">
                      <a16:colId xmlns:a16="http://schemas.microsoft.com/office/drawing/2014/main" val="274161325"/>
                    </a:ext>
                  </a:extLst>
                </a:gridCol>
                <a:gridCol w="1823035">
                  <a:extLst>
                    <a:ext uri="{9D8B030D-6E8A-4147-A177-3AD203B41FA5}">
                      <a16:colId xmlns:a16="http://schemas.microsoft.com/office/drawing/2014/main" val="3000686506"/>
                    </a:ext>
                  </a:extLst>
                </a:gridCol>
              </a:tblGrid>
              <a:tr h="437873">
                <a:tc>
                  <a:txBody>
                    <a:bodyPr/>
                    <a:lstStyle/>
                    <a:p>
                      <a:r>
                        <a:rPr lang="en-US" sz="1900" dirty="0"/>
                        <a:t>Model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MAPE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MAE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RMSE</a:t>
                      </a:r>
                    </a:p>
                  </a:txBody>
                  <a:tcPr marL="107674" marR="107674" marT="53837" marB="53837"/>
                </a:tc>
                <a:extLst>
                  <a:ext uri="{0D108BD9-81ED-4DB2-BD59-A6C34878D82A}">
                    <a16:rowId xmlns:a16="http://schemas.microsoft.com/office/drawing/2014/main" val="2471604780"/>
                  </a:ext>
                </a:extLst>
              </a:tr>
              <a:tr h="437873">
                <a:tc>
                  <a:txBody>
                    <a:bodyPr/>
                    <a:lstStyle/>
                    <a:p>
                      <a:r>
                        <a:rPr lang="en-US" sz="1900" dirty="0"/>
                        <a:t>Triple Exponential Smoothing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20.15%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32.30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35.38</a:t>
                      </a:r>
                    </a:p>
                  </a:txBody>
                  <a:tcPr marL="107674" marR="107674" marT="53837" marB="53837"/>
                </a:tc>
                <a:extLst>
                  <a:ext uri="{0D108BD9-81ED-4DB2-BD59-A6C34878D82A}">
                    <a16:rowId xmlns:a16="http://schemas.microsoft.com/office/drawing/2014/main" val="4028581096"/>
                  </a:ext>
                </a:extLst>
              </a:tr>
              <a:tr h="437873">
                <a:tc>
                  <a:txBody>
                    <a:bodyPr/>
                    <a:lstStyle/>
                    <a:p>
                      <a:r>
                        <a:rPr lang="en-US" sz="1900" dirty="0"/>
                        <a:t>SARIMA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15.33%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28.51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900"/>
                        <a:t>34.56</a:t>
                      </a:r>
                    </a:p>
                  </a:txBody>
                  <a:tcPr marL="107674" marR="107674" marT="53837" marB="53837"/>
                </a:tc>
                <a:extLst>
                  <a:ext uri="{0D108BD9-81ED-4DB2-BD59-A6C34878D82A}">
                    <a16:rowId xmlns:a16="http://schemas.microsoft.com/office/drawing/2014/main" val="4235147099"/>
                  </a:ext>
                </a:extLst>
              </a:tr>
              <a:tr h="725003">
                <a:tc>
                  <a:txBody>
                    <a:bodyPr/>
                    <a:lstStyle/>
                    <a:p>
                      <a:r>
                        <a:rPr lang="en-US" sz="1900" dirty="0"/>
                        <a:t>SARIMAX w/ Economic Factors</a:t>
                      </a:r>
                    </a:p>
                  </a:txBody>
                  <a:tcPr marL="107674" marR="107674" marT="53837" marB="5383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15.81%</a:t>
                      </a:r>
                    </a:p>
                  </a:txBody>
                  <a:tcPr marL="107674" marR="107674" marT="53837" marB="5383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27.34</a:t>
                      </a:r>
                    </a:p>
                    <a:p>
                      <a:endParaRPr lang="en-US" sz="1900" dirty="0"/>
                    </a:p>
                  </a:txBody>
                  <a:tcPr marL="107674" marR="107674" marT="53837" marB="53837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31.06</a:t>
                      </a:r>
                    </a:p>
                  </a:txBody>
                  <a:tcPr marL="107674" marR="107674" marT="53837" marB="53837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953220"/>
                  </a:ext>
                </a:extLst>
              </a:tr>
              <a:tr h="437873">
                <a:tc>
                  <a:txBody>
                    <a:bodyPr/>
                    <a:lstStyle/>
                    <a:p>
                      <a:r>
                        <a:rPr lang="en-US" sz="1900" dirty="0"/>
                        <a:t>SARIMAX w/ Slaughter Data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15.06%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28.72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36.53</a:t>
                      </a:r>
                    </a:p>
                  </a:txBody>
                  <a:tcPr marL="107674" marR="107674" marT="53837" marB="53837"/>
                </a:tc>
                <a:extLst>
                  <a:ext uri="{0D108BD9-81ED-4DB2-BD59-A6C34878D82A}">
                    <a16:rowId xmlns:a16="http://schemas.microsoft.com/office/drawing/2014/main" val="3207526761"/>
                  </a:ext>
                </a:extLst>
              </a:tr>
              <a:tr h="725003">
                <a:tc>
                  <a:txBody>
                    <a:bodyPr/>
                    <a:lstStyle/>
                    <a:p>
                      <a:r>
                        <a:rPr lang="en-US" sz="1900" dirty="0"/>
                        <a:t>SARIMAX w/ Slaughter Data + Economic Factors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17.67%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29.51</a:t>
                      </a:r>
                    </a:p>
                  </a:txBody>
                  <a:tcPr marL="107674" marR="107674" marT="53837" marB="53837"/>
                </a:tc>
                <a:tc>
                  <a:txBody>
                    <a:bodyPr/>
                    <a:lstStyle/>
                    <a:p>
                      <a:r>
                        <a:rPr lang="en-US" sz="1900" dirty="0"/>
                        <a:t>33.51</a:t>
                      </a:r>
                    </a:p>
                  </a:txBody>
                  <a:tcPr marL="107674" marR="107674" marT="53837" marB="53837"/>
                </a:tc>
                <a:extLst>
                  <a:ext uri="{0D108BD9-81ED-4DB2-BD59-A6C34878D82A}">
                    <a16:rowId xmlns:a16="http://schemas.microsoft.com/office/drawing/2014/main" val="359000784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61B107B-FD77-BD98-1756-3DABCDD58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158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88263A24-0C1F-4677-B43C-4AE14E276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2D6CAF-6B80-8212-77D6-0855BA57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05575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SARIMAX w/ Slaughter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774A3-2C25-105D-20C5-BFCB55F27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2512" y="498698"/>
            <a:ext cx="4940808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/>
              <a:t>Queried from </a:t>
            </a:r>
            <a:r>
              <a:rPr lang="en-US" sz="1600">
                <a:hlinkClick r:id="rId2"/>
              </a:rPr>
              <a:t>https://quickstats.nass.usda.gov/</a:t>
            </a:r>
            <a:r>
              <a:rPr lang="en-US" sz="1600"/>
              <a:t>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6984" y="1071836"/>
            <a:ext cx="1021458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14EEA-8024-F597-6C44-D8D52B7D6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4442" y="2401679"/>
            <a:ext cx="4667766" cy="393259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B5C1D0-79AA-0EA5-3A03-0EDCCD6DD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92" y="2748875"/>
            <a:ext cx="6338224" cy="28363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BEFD9C-1C65-E117-E4D2-70E7643916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21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A95671B-3CC6-4792-9114-B74FAEA22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A5FCCD-F11A-0F7F-937C-DC1C6D48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184" y="174033"/>
            <a:ext cx="10175631" cy="886672"/>
          </a:xfrm>
        </p:spPr>
        <p:txBody>
          <a:bodyPr anchor="ctr">
            <a:normAutofit/>
          </a:bodyPr>
          <a:lstStyle/>
          <a:p>
            <a:pPr algn="ctr"/>
            <a:r>
              <a:rPr lang="en-US" sz="4000" dirty="0"/>
              <a:t>SARIMAX w/ Economic Factors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308B9-7BCA-33F6-5ECA-643C2052C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3691" y="1050788"/>
            <a:ext cx="11018520" cy="993073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1400" dirty="0"/>
              <a:t>Economic Factors Include: </a:t>
            </a:r>
          </a:p>
          <a:p>
            <a:pPr marL="0" indent="0" algn="ctr">
              <a:buNone/>
            </a:pPr>
            <a:r>
              <a:rPr lang="en-US" sz="1400" dirty="0"/>
              <a:t>US Corn Prices, Soybean Prices, Heating Oil Prices, Unemployment Rate, Consumer Sentiment Index, Consumer Price Index, Beef Price</a:t>
            </a:r>
          </a:p>
          <a:p>
            <a:pPr algn="ctr">
              <a:buFontTx/>
              <a:buChar char="-"/>
            </a:pP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0BE281-537D-CD73-17E1-8ECD11BDE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87" y="2043861"/>
            <a:ext cx="8713727" cy="3899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052618-ED83-1620-3D20-B51DFF851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46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0934E9-1422-CE2A-A713-DEE38B101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12-month forecast using SARIMAX with Economic Factors</a:t>
            </a:r>
            <a:endParaRPr lang="en-US" sz="33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2CA9A-DB5A-2218-C254-B00FC7241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138" y="2083506"/>
            <a:ext cx="9911724" cy="43115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B461108-2FAF-7556-232C-EFEB1DC7F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266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797B821-3C3F-6A21-CA94-900FAF341595}"/>
              </a:ext>
            </a:extLst>
          </p:cNvPr>
          <p:cNvSpPr txBox="1">
            <a:spLocks/>
          </p:cNvSpPr>
          <p:nvPr/>
        </p:nvSpPr>
        <p:spPr>
          <a:xfrm>
            <a:off x="5889238" y="1120778"/>
            <a:ext cx="5997808" cy="1100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/>
              <a:t>Prediction vs Actual Chicken Breast Price</a:t>
            </a:r>
            <a:r>
              <a:rPr lang="en-US" sz="2200" dirty="0"/>
              <a:t> (cents/lb.)</a:t>
            </a:r>
            <a:endParaRPr lang="en-US" sz="4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EBE26B8-FB80-6648-1E60-825E1AAC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522" b="53127"/>
          <a:stretch>
            <a:fillRect/>
          </a:stretch>
        </p:blipFill>
        <p:spPr>
          <a:xfrm>
            <a:off x="643478" y="3927432"/>
            <a:ext cx="4304093" cy="2517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C42C60-6EB3-89F5-1090-D66431641C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932" y="3203959"/>
            <a:ext cx="5769114" cy="24374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1C186-3FA1-4BB4-89BC-175CE5EB6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FB3466-3C4C-FE63-717A-3C864F4905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4311" b="14150"/>
          <a:stretch>
            <a:fillRect/>
          </a:stretch>
        </p:blipFill>
        <p:spPr>
          <a:xfrm>
            <a:off x="643480" y="799057"/>
            <a:ext cx="4304094" cy="25173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444152-302C-DD67-0455-75037AD1A023}"/>
              </a:ext>
            </a:extLst>
          </p:cNvPr>
          <p:cNvSpPr txBox="1"/>
          <p:nvPr/>
        </p:nvSpPr>
        <p:spPr>
          <a:xfrm>
            <a:off x="643475" y="413195"/>
            <a:ext cx="36141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March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9F416-3CC3-3EB4-E691-475458587F04}"/>
              </a:ext>
            </a:extLst>
          </p:cNvPr>
          <p:cNvSpPr txBox="1"/>
          <p:nvPr/>
        </p:nvSpPr>
        <p:spPr>
          <a:xfrm>
            <a:off x="643477" y="3633357"/>
            <a:ext cx="36141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April 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60B533-1398-EFFE-0441-D84D4063FC8F}"/>
              </a:ext>
            </a:extLst>
          </p:cNvPr>
          <p:cNvSpPr txBox="1"/>
          <p:nvPr/>
        </p:nvSpPr>
        <p:spPr>
          <a:xfrm>
            <a:off x="6011195" y="2730645"/>
            <a:ext cx="57691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/>
              <a:t>Forecast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8BF1F31-E234-A896-AB4F-713BB93E808C}"/>
              </a:ext>
            </a:extLst>
          </p:cNvPr>
          <p:cNvSpPr/>
          <p:nvPr/>
        </p:nvSpPr>
        <p:spPr>
          <a:xfrm>
            <a:off x="6566161" y="3519141"/>
            <a:ext cx="5320885" cy="4984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C2755-AE9C-E24A-9C08-BFE0F012AEE7}"/>
              </a:ext>
            </a:extLst>
          </p:cNvPr>
          <p:cNvSpPr/>
          <p:nvPr/>
        </p:nvSpPr>
        <p:spPr>
          <a:xfrm>
            <a:off x="643477" y="3069199"/>
            <a:ext cx="4459810" cy="21243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4A146D-06E0-CD7E-5C79-463234E2F0F2}"/>
              </a:ext>
            </a:extLst>
          </p:cNvPr>
          <p:cNvSpPr/>
          <p:nvPr/>
        </p:nvSpPr>
        <p:spPr>
          <a:xfrm>
            <a:off x="643477" y="6228056"/>
            <a:ext cx="4459809" cy="212436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0CEB287-9513-0127-506C-CD0DC08C39DC}"/>
              </a:ext>
            </a:extLst>
          </p:cNvPr>
          <p:cNvCxnSpPr>
            <a:cxnSpLocks/>
          </p:cNvCxnSpPr>
          <p:nvPr/>
        </p:nvCxnSpPr>
        <p:spPr>
          <a:xfrm>
            <a:off x="5559070" y="413195"/>
            <a:ext cx="29256" cy="621189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8770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91D993-01EA-BB6B-667E-BE1B388C3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What I learned</a:t>
            </a:r>
            <a:endParaRPr lang="en-US" dirty="0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C78886F2-F44E-C03D-7061-9351A8AE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From the project: </a:t>
            </a:r>
          </a:p>
          <a:p>
            <a:r>
              <a:rPr lang="en-US" sz="1600" dirty="0"/>
              <a:t>Researching and looking for the right data takes a lot of time. Data needs to be valid, relevant, and populated enough to align with the target variable time series</a:t>
            </a:r>
          </a:p>
          <a:p>
            <a:r>
              <a:rPr lang="en-US" sz="1600" dirty="0"/>
              <a:t>Assumptions need to be backed with data. </a:t>
            </a:r>
          </a:p>
          <a:p>
            <a:r>
              <a:rPr lang="en-US" sz="1600" dirty="0"/>
              <a:t>It’s important to understand why I do things certain ways and also understand the math behind the techniques used.</a:t>
            </a:r>
          </a:p>
          <a:p>
            <a:r>
              <a:rPr lang="en-US" sz="1600" dirty="0"/>
              <a:t>Domain knowledge on what impacts chicken price, such as bird flu, heating oil price, beef/pork price, feed costs, seasonal holidays, etc. </a:t>
            </a:r>
          </a:p>
          <a:p>
            <a:pPr marL="0" indent="0">
              <a:buNone/>
            </a:pPr>
            <a:r>
              <a:rPr lang="en-US" sz="1600" b="1" dirty="0"/>
              <a:t>Overall:</a:t>
            </a:r>
          </a:p>
          <a:p>
            <a:r>
              <a:rPr lang="en-US" sz="1600" dirty="0"/>
              <a:t>I learned that Data Scientist is not a role I want to pursue long-term because it is too technically rigorous. </a:t>
            </a:r>
          </a:p>
          <a:p>
            <a:r>
              <a:rPr lang="en-US" sz="1600" dirty="0"/>
              <a:t>I believe my strengths lie in roles that requires skills such as management, communication and problem solving and strategy.</a:t>
            </a:r>
          </a:p>
          <a:p>
            <a:r>
              <a:rPr lang="en-US" sz="1600" dirty="0"/>
              <a:t>I am still interested in technology tools very much and would like to continue learning and staying on top of the trend.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1A8806-3E3B-5055-866C-4FD567B11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20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B8313A-E0D7-84C7-261B-57A7EC755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What’s next?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3575A7-19AA-1A56-A03B-41C48CEA1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5034" y="2254438"/>
            <a:ext cx="7233856" cy="387066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600" b="1" dirty="0"/>
              <a:t>This summer, I will learn about</a:t>
            </a:r>
            <a:r>
              <a:rPr lang="en-US" sz="1600" dirty="0"/>
              <a:t>:</a:t>
            </a:r>
          </a:p>
          <a:p>
            <a:r>
              <a:rPr lang="en-US" sz="1600" dirty="0"/>
              <a:t>System Design</a:t>
            </a:r>
          </a:p>
          <a:p>
            <a:r>
              <a:rPr lang="en-US" sz="1600" dirty="0"/>
              <a:t>Foundational knowledge on APIs, data pipelines, databases</a:t>
            </a:r>
          </a:p>
          <a:p>
            <a:r>
              <a:rPr lang="en-US" sz="1600" dirty="0"/>
              <a:t>AI workflows and AI agents</a:t>
            </a:r>
          </a:p>
          <a:p>
            <a:r>
              <a:rPr lang="en-US" sz="1600" dirty="0"/>
              <a:t>Build a fun project to solidify these skills. Apply the framework that product owners use</a:t>
            </a:r>
          </a:p>
          <a:p>
            <a:pPr lvl="1"/>
            <a:r>
              <a:rPr lang="en-US" sz="1600" dirty="0"/>
              <a:t>Research, ensuring product is a market fit, building product roadmap, PRD document with user needs, features, success metrics, etc. </a:t>
            </a:r>
          </a:p>
          <a:p>
            <a:pPr marL="0" indent="0">
              <a:buNone/>
            </a:pPr>
            <a:r>
              <a:rPr lang="en-US" sz="1600" b="1" dirty="0"/>
              <a:t>Next step: Master’s Degree in Economic Data Analytics</a:t>
            </a:r>
          </a:p>
          <a:p>
            <a:r>
              <a:rPr lang="en-US" sz="1600" dirty="0"/>
              <a:t>Become a Graduate Assistant to have tuition funded for + monthly stipend </a:t>
            </a:r>
          </a:p>
          <a:p>
            <a:r>
              <a:rPr lang="en-US" sz="1600" dirty="0"/>
              <a:t>Simultaneously working part-time internship at Tyson </a:t>
            </a:r>
          </a:p>
          <a:p>
            <a:r>
              <a:rPr lang="en-US" sz="1600" dirty="0">
                <a:sym typeface="Wingdings" panose="05000000000000000000" pitchFamily="2" charset="2"/>
              </a:rPr>
              <a:t>Graduate with a Masters Degree and 3 years of working experience</a:t>
            </a:r>
            <a:endParaRPr lang="en-US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E78CBC-340E-950D-16C8-8E3D4C466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3" r="3880"/>
          <a:stretch>
            <a:fillRect/>
          </a:stretch>
        </p:blipFill>
        <p:spPr>
          <a:xfrm>
            <a:off x="353653" y="2863623"/>
            <a:ext cx="3677729" cy="2652295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96FF1-06A5-7962-F3D7-3C6FEC1C3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4073" y="230188"/>
            <a:ext cx="1242973" cy="590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662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523eda-1220-4176-bf9a-055ca7551376}" enabled="0" method="" siteId="{53523eda-1220-4176-bf9a-055ca75513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1615</TotalTime>
  <Words>721</Words>
  <Application>Microsoft Office PowerPoint</Application>
  <PresentationFormat>Widescreen</PresentationFormat>
  <Paragraphs>115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Wingdings</vt:lpstr>
      <vt:lpstr>Office Theme</vt:lpstr>
      <vt:lpstr>Forecasting Poultry Drivers – Intern Project</vt:lpstr>
      <vt:lpstr>Project Overview</vt:lpstr>
      <vt:lpstr>Timeline</vt:lpstr>
      <vt:lpstr>Major Technical Concepts</vt:lpstr>
      <vt:lpstr>Forecasting Workflow</vt:lpstr>
      <vt:lpstr>Model Comparison</vt:lpstr>
      <vt:lpstr>SARIMAX w/ Slaughter Data</vt:lpstr>
      <vt:lpstr>SARIMAX w/ Economic Factors</vt:lpstr>
      <vt:lpstr>12-month forecast using SARIMAX with Economic Factors</vt:lpstr>
      <vt:lpstr>PowerPoint Presentation</vt:lpstr>
      <vt:lpstr>What I learned</vt:lpstr>
      <vt:lpstr>What’s next?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Lu, Thao</dc:creator>
  <cp:lastModifiedBy>Lu, Thao</cp:lastModifiedBy>
  <cp:revision>1</cp:revision>
  <dcterms:created xsi:type="dcterms:W3CDTF">2026-05-15T14:58:12Z</dcterms:created>
  <dcterms:modified xsi:type="dcterms:W3CDTF">2026-05-28T18:30:26Z</dcterms:modified>
</cp:coreProperties>
</file>